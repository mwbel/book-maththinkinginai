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1390" r:id="rId2"/>
    <p:sldId id="1452" r:id="rId3"/>
    <p:sldId id="1500" r:id="rId4"/>
    <p:sldId id="1440" r:id="rId5"/>
    <p:sldId id="1483" r:id="rId6"/>
    <p:sldId id="1495" r:id="rId7"/>
    <p:sldId id="1484" r:id="rId8"/>
    <p:sldId id="1472" r:id="rId9"/>
    <p:sldId id="1459" r:id="rId10"/>
    <p:sldId id="1499" r:id="rId11"/>
    <p:sldId id="1464" r:id="rId12"/>
    <p:sldId id="1466" r:id="rId13"/>
    <p:sldId id="1498" r:id="rId14"/>
    <p:sldId id="1494" r:id="rId15"/>
    <p:sldId id="1491" r:id="rId16"/>
    <p:sldId id="1503" r:id="rId17"/>
    <p:sldId id="1505" r:id="rId18"/>
    <p:sldId id="1502" r:id="rId19"/>
    <p:sldId id="1504" r:id="rId20"/>
    <p:sldId id="1501"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432FF"/>
    <a:srgbClr val="B40028"/>
    <a:srgbClr val="0000FF"/>
    <a:srgbClr val="D34C4C"/>
    <a:srgbClr val="FF0000"/>
    <a:srgbClr val="FF40FF"/>
    <a:srgbClr val="FF6600"/>
    <a:srgbClr val="00FDFF"/>
    <a:srgbClr val="00FF00"/>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08" autoAdjust="0"/>
    <p:restoredTop sz="91696"/>
  </p:normalViewPr>
  <p:slideViewPr>
    <p:cSldViewPr snapToGrid="0">
      <p:cViewPr varScale="1">
        <p:scale>
          <a:sx n="88" d="100"/>
          <a:sy n="88" d="100"/>
        </p:scale>
        <p:origin x="840" y="184"/>
      </p:cViewPr>
      <p:guideLst/>
    </p:cSldViewPr>
  </p:slideViewPr>
  <p:outlineViewPr>
    <p:cViewPr>
      <p:scale>
        <a:sx n="33" d="100"/>
        <a:sy n="33" d="100"/>
      </p:scale>
      <p:origin x="0" y="-171"/>
    </p:cViewPr>
  </p:outlineViewPr>
  <p:notesTextViewPr>
    <p:cViewPr>
      <p:scale>
        <a:sx n="1" d="1"/>
        <a:sy n="1" d="1"/>
      </p:scale>
      <p:origin x="0" y="0"/>
    </p:cViewPr>
  </p:notesTextViewPr>
  <p:sorterViewPr>
    <p:cViewPr>
      <p:scale>
        <a:sx n="200" d="100"/>
        <a:sy n="200" d="100"/>
      </p:scale>
      <p:origin x="0" y="0"/>
    </p:cViewPr>
  </p:sorterViewPr>
  <p:notesViewPr>
    <p:cSldViewPr snapToGrid="0">
      <p:cViewPr varScale="1">
        <p:scale>
          <a:sx n="68" d="100"/>
          <a:sy n="68" d="100"/>
        </p:scale>
        <p:origin x="2088" y="4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104"/>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2.6570089178454333E-2"/>
          <c:y val="6.4210183771485449E-2"/>
          <c:w val="0.97342995169082125"/>
          <c:h val="0.93578986509436868"/>
        </c:manualLayout>
      </c:layout>
      <c:pie3DChart>
        <c:varyColors val="1"/>
        <c:ser>
          <c:idx val="0"/>
          <c:order val="0"/>
          <c:tx>
            <c:strRef>
              <c:f>Sheet1!$B$1</c:f>
              <c:strCache>
                <c:ptCount val="1"/>
                <c:pt idx="0">
                  <c:v>列2</c:v>
                </c:pt>
              </c:strCache>
            </c:strRef>
          </c:tx>
          <c:explosion val="2"/>
          <c:dPt>
            <c:idx val="0"/>
            <c:bubble3D val="0"/>
            <c:spPr>
              <a:solidFill>
                <a:schemeClr val="accent2"/>
              </a:solidFill>
              <a:ln>
                <a:noFill/>
              </a:ln>
              <a:effectLst/>
              <a:sp3d/>
            </c:spPr>
            <c:extLst>
              <c:ext xmlns:c16="http://schemas.microsoft.com/office/drawing/2014/chart" uri="{C3380CC4-5D6E-409C-BE32-E72D297353CC}">
                <c16:uniqueId val="{00000001-B8EF-E84F-A678-6802A94132B7}"/>
              </c:ext>
            </c:extLst>
          </c:dPt>
          <c:dPt>
            <c:idx val="1"/>
            <c:bubble3D val="0"/>
            <c:spPr>
              <a:solidFill>
                <a:schemeClr val="accent4">
                  <a:lumMod val="60000"/>
                  <a:lumOff val="40000"/>
                </a:schemeClr>
              </a:solidFill>
              <a:ln>
                <a:noFill/>
              </a:ln>
              <a:effectLst/>
              <a:sp3d/>
            </c:spPr>
            <c:extLst>
              <c:ext xmlns:c16="http://schemas.microsoft.com/office/drawing/2014/chart" uri="{C3380CC4-5D6E-409C-BE32-E72D297353CC}">
                <c16:uniqueId val="{00000003-B8EF-E84F-A678-6802A94132B7}"/>
              </c:ext>
            </c:extLst>
          </c:dPt>
          <c:dPt>
            <c:idx val="2"/>
            <c:bubble3D val="0"/>
            <c:spPr>
              <a:solidFill>
                <a:srgbClr val="FFFF00"/>
              </a:solidFill>
              <a:ln>
                <a:noFill/>
              </a:ln>
              <a:effectLst/>
              <a:sp3d/>
            </c:spPr>
            <c:extLst>
              <c:ext xmlns:c16="http://schemas.microsoft.com/office/drawing/2014/chart" uri="{C3380CC4-5D6E-409C-BE32-E72D297353CC}">
                <c16:uniqueId val="{00000005-B8EF-E84F-A678-6802A94132B7}"/>
              </c:ext>
            </c:extLst>
          </c:dPt>
          <c:dPt>
            <c:idx val="3"/>
            <c:bubble3D val="0"/>
            <c:spPr>
              <a:solidFill>
                <a:srgbClr val="92D050"/>
              </a:solidFill>
              <a:ln>
                <a:noFill/>
              </a:ln>
              <a:effectLst/>
              <a:sp3d/>
            </c:spPr>
            <c:extLst>
              <c:ext xmlns:c16="http://schemas.microsoft.com/office/drawing/2014/chart" uri="{C3380CC4-5D6E-409C-BE32-E72D297353CC}">
                <c16:uniqueId val="{00000007-B8EF-E84F-A678-6802A94132B7}"/>
              </c:ext>
            </c:extLst>
          </c:dPt>
          <c:dPt>
            <c:idx val="4"/>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sp3d/>
            </c:spPr>
            <c:extLst>
              <c:ext xmlns:c16="http://schemas.microsoft.com/office/drawing/2014/chart" uri="{C3380CC4-5D6E-409C-BE32-E72D297353CC}">
                <c16:uniqueId val="{00000009-B8EF-E84F-A678-6802A94132B7}"/>
              </c:ext>
            </c:extLst>
          </c:dPt>
          <c:dLbls>
            <c:dLbl>
              <c:idx val="0"/>
              <c:layout>
                <c:manualLayout>
                  <c:x val="-0.12571569858115561"/>
                  <c:y val="-0.31229474704102506"/>
                </c:manualLayout>
              </c:layout>
              <c:tx>
                <c:rich>
                  <a:bodyPr/>
                  <a:lstStyle/>
                  <a:p>
                    <a:fld id="{71299229-34DE-4F4A-830D-8986DF3ED2D7}" type="CATEGORYNAME">
                      <a:rPr lang="zh-CN" altLang="en-US">
                        <a:solidFill>
                          <a:schemeClr val="bg1"/>
                        </a:solidFill>
                      </a:rPr>
                      <a:pPr/>
                      <a:t>[类别名称]</a:t>
                    </a:fld>
                    <a:r>
                      <a:rPr lang="zh-CN" altLang="en-US" baseline="0" dirty="0">
                        <a:solidFill>
                          <a:schemeClr val="bg1"/>
                        </a:solidFill>
                      </a:rPr>
                      <a:t>
</a:t>
                    </a:r>
                    <a:fld id="{D2FC0876-7662-8643-B74B-C51C1BF35F2F}" type="PERCENTAGE">
                      <a:rPr lang="en-US" altLang="zh-CN" baseline="0">
                        <a:solidFill>
                          <a:schemeClr val="bg1"/>
                        </a:solidFill>
                      </a:rPr>
                      <a:pPr/>
                      <a:t>[百分比]</a:t>
                    </a:fld>
                    <a:endParaRPr lang="zh-CN" altLang="en-US" baseline="0" dirty="0">
                      <a:solidFill>
                        <a:schemeClr val="bg1"/>
                      </a:solidFill>
                    </a:endParaRPr>
                  </a:p>
                </c:rich>
              </c:tx>
              <c:dLblPos val="bestFit"/>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B8EF-E84F-A678-6802A94132B7}"/>
                </c:ext>
              </c:extLst>
            </c:dLbl>
            <c:dLbl>
              <c:idx val="1"/>
              <c:layout>
                <c:manualLayout>
                  <c:x val="8.8681374783053574E-2"/>
                  <c:y val="6.2507759790689468E-2"/>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31583039010621566"/>
                      <c:h val="0.23767304865946329"/>
                    </c:manualLayout>
                  </c15:layout>
                </c:ext>
                <c:ext xmlns:c16="http://schemas.microsoft.com/office/drawing/2014/chart" uri="{C3380CC4-5D6E-409C-BE32-E72D297353CC}">
                  <c16:uniqueId val="{00000003-B8EF-E84F-A678-6802A94132B7}"/>
                </c:ext>
              </c:extLst>
            </c:dLbl>
            <c:dLbl>
              <c:idx val="3"/>
              <c:layout>
                <c:manualLayout>
                  <c:x val="-0.17911580105244368"/>
                  <c:y val="0.10665525107344362"/>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2471716096483427"/>
                      <c:h val="0.23767304865946329"/>
                    </c:manualLayout>
                  </c15:layout>
                </c:ext>
                <c:ext xmlns:c16="http://schemas.microsoft.com/office/drawing/2014/chart" uri="{C3380CC4-5D6E-409C-BE32-E72D297353CC}">
                  <c16:uniqueId val="{00000007-B8EF-E84F-A678-6802A94132B7}"/>
                </c:ext>
              </c:extLst>
            </c:dLbl>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solidFill>
                    <a:latin typeface="+mn-lt"/>
                    <a:ea typeface="+mn-ea"/>
                    <a:cs typeface="+mn-cs"/>
                  </a:defRPr>
                </a:pPr>
                <a:endParaRPr lang="zh-CN"/>
              </a:p>
            </c:txPr>
            <c:dLblPos val="inEnd"/>
            <c:showLegendKey val="0"/>
            <c:showVal val="0"/>
            <c:showCatName val="1"/>
            <c:showSerName val="0"/>
            <c:showPercent val="1"/>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strRef>
              <c:f>Sheet1!$A$2:$A$6</c:f>
              <c:strCache>
                <c:ptCount val="5"/>
                <c:pt idx="0">
                  <c:v>线性代数</c:v>
                </c:pt>
                <c:pt idx="1">
                  <c:v>概率论与数理统计</c:v>
                </c:pt>
                <c:pt idx="2">
                  <c:v>多元微积分</c:v>
                </c:pt>
                <c:pt idx="3">
                  <c:v>算法及复杂度</c:v>
                </c:pt>
                <c:pt idx="4">
                  <c:v>其他</c:v>
                </c:pt>
              </c:strCache>
            </c:strRef>
          </c:cat>
          <c:val>
            <c:numRef>
              <c:f>Sheet1!$B$2:$B$6</c:f>
              <c:numCache>
                <c:formatCode>0%</c:formatCode>
                <c:ptCount val="5"/>
                <c:pt idx="0">
                  <c:v>0.35</c:v>
                </c:pt>
                <c:pt idx="1">
                  <c:v>0.25</c:v>
                </c:pt>
                <c:pt idx="2">
                  <c:v>0.15</c:v>
                </c:pt>
                <c:pt idx="3">
                  <c:v>0.15</c:v>
                </c:pt>
                <c:pt idx="4">
                  <c:v>0.1</c:v>
                </c:pt>
              </c:numCache>
            </c:numRef>
          </c:val>
          <c:extLst>
            <c:ext xmlns:c16="http://schemas.microsoft.com/office/drawing/2014/chart" uri="{C3380CC4-5D6E-409C-BE32-E72D297353CC}">
              <c16:uniqueId val="{0000000A-B8EF-E84F-A678-6802A94132B7}"/>
            </c:ext>
          </c:extLst>
        </c:ser>
        <c:dLbls>
          <c:dLblPos val="inEnd"/>
          <c:showLegendKey val="0"/>
          <c:showVal val="0"/>
          <c:showCatName val="0"/>
          <c:showSerName val="0"/>
          <c:showPercent val="1"/>
          <c:showBubbleSize val="0"/>
          <c:showLeaderLines val="1"/>
        </c:dLbls>
      </c:pie3D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rot="1260000"/>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6">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diagrams/_rels/data1.xml.rels><?xml version="1.0" encoding="UTF-8" standalone="yes"?>
<Relationships xmlns="http://schemas.openxmlformats.org/package/2006/relationships"><Relationship Id="rId1" Type="http://schemas.openxmlformats.org/officeDocument/2006/relationships/image" Target="../media/image7.jpeg"/></Relationships>
</file>

<file path=ppt/diagrams/_rels/data12.xml.rels><?xml version="1.0" encoding="UTF-8" standalone="yes"?>
<Relationships xmlns="http://schemas.openxmlformats.org/package/2006/relationships"><Relationship Id="rId1" Type="http://schemas.openxmlformats.org/officeDocument/2006/relationships/image" Target="../media/image7.jpeg"/></Relationships>
</file>

<file path=ppt/diagrams/_rels/drawing1.xml.rels><?xml version="1.0" encoding="UTF-8" standalone="yes"?>
<Relationships xmlns="http://schemas.openxmlformats.org/package/2006/relationships"><Relationship Id="rId1" Type="http://schemas.openxmlformats.org/officeDocument/2006/relationships/image" Target="../media/image7.jpeg"/></Relationships>
</file>

<file path=ppt/diagrams/_rels/drawing12.xml.rels><?xml version="1.0" encoding="UTF-8" standalone="yes"?>
<Relationships xmlns="http://schemas.openxmlformats.org/package/2006/relationships"><Relationship Id="rId1" Type="http://schemas.openxmlformats.org/officeDocument/2006/relationships/image" Target="../media/image7.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AF88434-D786-CD40-8199-E28A6BC8A84E}" type="doc">
      <dgm:prSet loTypeId="urn:microsoft.com/office/officeart/2005/8/layout/radial1" loCatId="" qsTypeId="urn:microsoft.com/office/officeart/2005/8/quickstyle/simple1" qsCatId="simple" csTypeId="urn:microsoft.com/office/officeart/2005/8/colors/accent1_2" csCatId="accent1" phldr="1"/>
      <dgm:spPr/>
      <dgm:t>
        <a:bodyPr/>
        <a:lstStyle/>
        <a:p>
          <a:endParaRPr lang="zh-CN" altLang="en-US"/>
        </a:p>
      </dgm:t>
    </dgm:pt>
    <dgm:pt modelId="{B041CBB5-A77D-574F-B44C-8178F973C79D}">
      <dgm:prSet phldrT="[文本]" custT="1"/>
      <dgm:spPr>
        <a:blipFill rotWithShape="0">
          <a:blip xmlns:r="http://schemas.openxmlformats.org/officeDocument/2006/relationships" r:embed="rId1"/>
          <a:stretch>
            <a:fillRect/>
          </a:stretch>
        </a:blipFill>
      </dgm:spPr>
      <dgm:t>
        <a:bodyPr/>
        <a:lstStyle/>
        <a:p>
          <a:r>
            <a:rPr lang="en-US" altLang="zh-CN" sz="3200" dirty="0">
              <a:solidFill>
                <a:srgbClr val="0000FF"/>
              </a:solidFill>
            </a:rPr>
            <a:t>AI</a:t>
          </a:r>
          <a:endParaRPr lang="zh-CN" altLang="en-US" sz="3200" dirty="0">
            <a:solidFill>
              <a:srgbClr val="0000FF"/>
            </a:solidFill>
          </a:endParaRPr>
        </a:p>
      </dgm:t>
    </dgm:pt>
    <dgm:pt modelId="{6FF1D750-FCBE-294D-9302-8DCB6A036104}" type="parTrans" cxnId="{F5E97BC3-AC74-C24D-B872-C9700EFEB0E7}">
      <dgm:prSet/>
      <dgm:spPr/>
      <dgm:t>
        <a:bodyPr/>
        <a:lstStyle/>
        <a:p>
          <a:endParaRPr lang="zh-CN" altLang="en-US"/>
        </a:p>
      </dgm:t>
    </dgm:pt>
    <dgm:pt modelId="{A59DE7A3-E0AE-E849-8656-90658199EC14}" type="sibTrans" cxnId="{F5E97BC3-AC74-C24D-B872-C9700EFEB0E7}">
      <dgm:prSet/>
      <dgm:spPr/>
      <dgm:t>
        <a:bodyPr/>
        <a:lstStyle/>
        <a:p>
          <a:endParaRPr lang="zh-CN" altLang="en-US"/>
        </a:p>
      </dgm:t>
    </dgm:pt>
    <dgm:pt modelId="{1738DEEE-84E6-214A-83BE-AC9E9A8B47EA}">
      <dgm:prSet phldrT="[文本]"/>
      <dgm:spPr/>
      <dgm:t>
        <a:bodyPr/>
        <a:lstStyle/>
        <a:p>
          <a:r>
            <a:rPr lang="zh-CN" altLang="en-US" dirty="0"/>
            <a:t>工业</a:t>
          </a:r>
        </a:p>
      </dgm:t>
    </dgm:pt>
    <dgm:pt modelId="{EAF8258E-3F1F-D940-B148-17B625914179}" type="parTrans" cxnId="{8DCB3DB6-8C32-6A4F-B9E1-E47093EFBB8B}">
      <dgm:prSet/>
      <dgm:spPr/>
      <dgm:t>
        <a:bodyPr/>
        <a:lstStyle/>
        <a:p>
          <a:endParaRPr lang="zh-CN" altLang="en-US"/>
        </a:p>
      </dgm:t>
    </dgm:pt>
    <dgm:pt modelId="{BBF49B2E-AA15-554F-85C5-658226C45B55}" type="sibTrans" cxnId="{8DCB3DB6-8C32-6A4F-B9E1-E47093EFBB8B}">
      <dgm:prSet/>
      <dgm:spPr/>
      <dgm:t>
        <a:bodyPr/>
        <a:lstStyle/>
        <a:p>
          <a:endParaRPr lang="zh-CN" altLang="en-US"/>
        </a:p>
      </dgm:t>
    </dgm:pt>
    <dgm:pt modelId="{7C88663C-85B1-0C4C-9E29-497B549AF41A}">
      <dgm:prSet phldrT="[文本]"/>
      <dgm:spPr/>
      <dgm:t>
        <a:bodyPr/>
        <a:lstStyle/>
        <a:p>
          <a:r>
            <a:rPr lang="zh-CN" altLang="en-US" dirty="0"/>
            <a:t>医疗</a:t>
          </a:r>
        </a:p>
      </dgm:t>
    </dgm:pt>
    <dgm:pt modelId="{9F2966D1-851C-CF49-B446-C889A12BC46A}" type="parTrans" cxnId="{46C309C1-167D-9249-834E-AC7D8DE2D64B}">
      <dgm:prSet/>
      <dgm:spPr/>
      <dgm:t>
        <a:bodyPr/>
        <a:lstStyle/>
        <a:p>
          <a:endParaRPr lang="zh-CN" altLang="en-US"/>
        </a:p>
      </dgm:t>
    </dgm:pt>
    <dgm:pt modelId="{2971B969-C09B-5443-861D-729A45AEDFC8}" type="sibTrans" cxnId="{46C309C1-167D-9249-834E-AC7D8DE2D64B}">
      <dgm:prSet/>
      <dgm:spPr/>
      <dgm:t>
        <a:bodyPr/>
        <a:lstStyle/>
        <a:p>
          <a:endParaRPr lang="zh-CN" altLang="en-US"/>
        </a:p>
      </dgm:t>
    </dgm:pt>
    <dgm:pt modelId="{164A9E9A-C167-8B49-BF49-5C9403CEB63B}">
      <dgm:prSet phldrT="[文本]"/>
      <dgm:spPr/>
      <dgm:t>
        <a:bodyPr/>
        <a:lstStyle/>
        <a:p>
          <a:r>
            <a:rPr lang="zh-CN" altLang="en-US" dirty="0"/>
            <a:t>翻译</a:t>
          </a:r>
        </a:p>
      </dgm:t>
    </dgm:pt>
    <dgm:pt modelId="{5545D28D-CDE2-9548-8A9C-0812A0F2866D}" type="parTrans" cxnId="{3396354E-5718-F440-8945-774D294A8AF5}">
      <dgm:prSet/>
      <dgm:spPr/>
      <dgm:t>
        <a:bodyPr/>
        <a:lstStyle/>
        <a:p>
          <a:endParaRPr lang="zh-CN" altLang="en-US"/>
        </a:p>
      </dgm:t>
    </dgm:pt>
    <dgm:pt modelId="{24FD9D73-1E57-6548-A0CA-0CFEDF1905B6}" type="sibTrans" cxnId="{3396354E-5718-F440-8945-774D294A8AF5}">
      <dgm:prSet/>
      <dgm:spPr/>
      <dgm:t>
        <a:bodyPr/>
        <a:lstStyle/>
        <a:p>
          <a:endParaRPr lang="zh-CN" altLang="en-US"/>
        </a:p>
      </dgm:t>
    </dgm:pt>
    <dgm:pt modelId="{8B59EB4E-1D02-EA4B-98C1-827FFE65CE2B}">
      <dgm:prSet phldrT="[文本]"/>
      <dgm:spPr/>
      <dgm:t>
        <a:bodyPr/>
        <a:lstStyle/>
        <a:p>
          <a:r>
            <a:rPr lang="zh-CN" altLang="en-US" dirty="0"/>
            <a:t>汽车</a:t>
          </a:r>
        </a:p>
      </dgm:t>
    </dgm:pt>
    <dgm:pt modelId="{BCCA7010-E811-F24F-9DFA-92827CE6295E}" type="parTrans" cxnId="{8768918D-CD54-244C-B1EC-6C2A10D9A5CC}">
      <dgm:prSet/>
      <dgm:spPr/>
      <dgm:t>
        <a:bodyPr/>
        <a:lstStyle/>
        <a:p>
          <a:endParaRPr lang="zh-CN" altLang="en-US"/>
        </a:p>
      </dgm:t>
    </dgm:pt>
    <dgm:pt modelId="{996A0617-69E4-DE46-B9DC-FC282A0C11FB}" type="sibTrans" cxnId="{8768918D-CD54-244C-B1EC-6C2A10D9A5CC}">
      <dgm:prSet/>
      <dgm:spPr/>
      <dgm:t>
        <a:bodyPr/>
        <a:lstStyle/>
        <a:p>
          <a:endParaRPr lang="zh-CN" altLang="en-US"/>
        </a:p>
      </dgm:t>
    </dgm:pt>
    <dgm:pt modelId="{D5DE7134-4AB6-A246-A014-107EE190B42F}">
      <dgm:prSet phldrT="[文本]"/>
      <dgm:spPr/>
      <dgm:t>
        <a:bodyPr/>
        <a:lstStyle/>
        <a:p>
          <a:r>
            <a:rPr lang="zh-CN" altLang="en-US" dirty="0"/>
            <a:t>电商</a:t>
          </a:r>
        </a:p>
      </dgm:t>
    </dgm:pt>
    <dgm:pt modelId="{CFA5298C-79A9-1546-8F45-9C20A4FEF2B4}" type="parTrans" cxnId="{9A178497-74F5-154B-AFBB-B091C116FA81}">
      <dgm:prSet/>
      <dgm:spPr/>
      <dgm:t>
        <a:bodyPr/>
        <a:lstStyle/>
        <a:p>
          <a:endParaRPr lang="zh-CN" altLang="en-US"/>
        </a:p>
      </dgm:t>
    </dgm:pt>
    <dgm:pt modelId="{5CFE28AC-A0D9-FD43-8713-28FBD50A92DA}" type="sibTrans" cxnId="{9A178497-74F5-154B-AFBB-B091C116FA81}">
      <dgm:prSet/>
      <dgm:spPr/>
      <dgm:t>
        <a:bodyPr/>
        <a:lstStyle/>
        <a:p>
          <a:endParaRPr lang="zh-CN" altLang="en-US"/>
        </a:p>
      </dgm:t>
    </dgm:pt>
    <dgm:pt modelId="{2C102CE9-B996-4842-B80C-B51073E31372}">
      <dgm:prSet phldrT="[文本]"/>
      <dgm:spPr/>
      <dgm:t>
        <a:bodyPr/>
        <a:lstStyle/>
        <a:p>
          <a:r>
            <a:rPr lang="zh-CN" altLang="en-US" dirty="0"/>
            <a:t>教育</a:t>
          </a:r>
        </a:p>
      </dgm:t>
    </dgm:pt>
    <dgm:pt modelId="{96027982-BFD2-124D-8D17-9F5BEDACDD92}" type="parTrans" cxnId="{58B0CA9C-91DE-7547-BB70-69B0861E0607}">
      <dgm:prSet/>
      <dgm:spPr/>
      <dgm:t>
        <a:bodyPr/>
        <a:lstStyle/>
        <a:p>
          <a:endParaRPr lang="zh-CN" altLang="en-US"/>
        </a:p>
      </dgm:t>
    </dgm:pt>
    <dgm:pt modelId="{F67EB3EA-3218-414B-BCDE-10C86C10FAC2}" type="sibTrans" cxnId="{58B0CA9C-91DE-7547-BB70-69B0861E0607}">
      <dgm:prSet/>
      <dgm:spPr/>
      <dgm:t>
        <a:bodyPr/>
        <a:lstStyle/>
        <a:p>
          <a:endParaRPr lang="zh-CN" altLang="en-US"/>
        </a:p>
      </dgm:t>
    </dgm:pt>
    <dgm:pt modelId="{EEEBCA1B-4E42-D446-8C0E-7C0E9402B18F}">
      <dgm:prSet phldrT="[文本]"/>
      <dgm:spPr/>
      <dgm:t>
        <a:bodyPr/>
        <a:lstStyle/>
        <a:p>
          <a:r>
            <a:rPr lang="zh-CN" altLang="en-US" dirty="0"/>
            <a:t>社交</a:t>
          </a:r>
        </a:p>
      </dgm:t>
    </dgm:pt>
    <dgm:pt modelId="{73EB940F-E87A-B54A-86BD-9CDA7C040ED3}" type="parTrans" cxnId="{69653ADE-33A2-7141-A44E-E74A54593EAB}">
      <dgm:prSet/>
      <dgm:spPr/>
      <dgm:t>
        <a:bodyPr/>
        <a:lstStyle/>
        <a:p>
          <a:endParaRPr lang="zh-CN" altLang="en-US"/>
        </a:p>
      </dgm:t>
    </dgm:pt>
    <dgm:pt modelId="{DCBC855D-87DA-A642-84C4-F05C5E89925F}" type="sibTrans" cxnId="{69653ADE-33A2-7141-A44E-E74A54593EAB}">
      <dgm:prSet/>
      <dgm:spPr/>
      <dgm:t>
        <a:bodyPr/>
        <a:lstStyle/>
        <a:p>
          <a:endParaRPr lang="zh-CN" altLang="en-US"/>
        </a:p>
      </dgm:t>
    </dgm:pt>
    <dgm:pt modelId="{AA3F51AC-893E-0546-AE76-3BE60F095598}">
      <dgm:prSet phldrT="[文本]"/>
      <dgm:spPr/>
      <dgm:t>
        <a:bodyPr/>
        <a:lstStyle/>
        <a:p>
          <a:r>
            <a:rPr lang="zh-CN" altLang="en-US" dirty="0"/>
            <a:t>安全</a:t>
          </a:r>
        </a:p>
      </dgm:t>
    </dgm:pt>
    <dgm:pt modelId="{214F7525-6530-FC4D-99F6-963CB1927C50}" type="parTrans" cxnId="{1E959476-AA57-754C-8B6B-C14FF7F91940}">
      <dgm:prSet/>
      <dgm:spPr/>
      <dgm:t>
        <a:bodyPr/>
        <a:lstStyle/>
        <a:p>
          <a:endParaRPr lang="zh-CN" altLang="en-US"/>
        </a:p>
      </dgm:t>
    </dgm:pt>
    <dgm:pt modelId="{D7B75B6E-C92B-8048-A018-E2FED40EA389}" type="sibTrans" cxnId="{1E959476-AA57-754C-8B6B-C14FF7F91940}">
      <dgm:prSet/>
      <dgm:spPr/>
      <dgm:t>
        <a:bodyPr/>
        <a:lstStyle/>
        <a:p>
          <a:endParaRPr lang="zh-CN" altLang="en-US"/>
        </a:p>
      </dgm:t>
    </dgm:pt>
    <dgm:pt modelId="{2ED44BCB-C8B0-B64E-8567-155505F444EE}">
      <dgm:prSet phldrT="[文本]"/>
      <dgm:spPr/>
      <dgm:t>
        <a:bodyPr/>
        <a:lstStyle/>
        <a:p>
          <a:r>
            <a:rPr lang="zh-CN" altLang="en-US" dirty="0"/>
            <a:t>物流</a:t>
          </a:r>
        </a:p>
      </dgm:t>
    </dgm:pt>
    <dgm:pt modelId="{A98225CC-B388-BF4E-95B1-497E8CCF4BE8}" type="parTrans" cxnId="{5A3D4456-3F71-4D4F-87A6-1D64B5A7DDD8}">
      <dgm:prSet/>
      <dgm:spPr/>
      <dgm:t>
        <a:bodyPr/>
        <a:lstStyle/>
        <a:p>
          <a:endParaRPr lang="zh-CN" altLang="en-US"/>
        </a:p>
      </dgm:t>
    </dgm:pt>
    <dgm:pt modelId="{B8527C07-8B6B-7944-8A2E-0579A12F0430}" type="sibTrans" cxnId="{5A3D4456-3F71-4D4F-87A6-1D64B5A7DDD8}">
      <dgm:prSet/>
      <dgm:spPr/>
      <dgm:t>
        <a:bodyPr/>
        <a:lstStyle/>
        <a:p>
          <a:endParaRPr lang="zh-CN" altLang="en-US"/>
        </a:p>
      </dgm:t>
    </dgm:pt>
    <dgm:pt modelId="{1C338BD7-EDEA-2E4B-A182-8B44367F94CB}">
      <dgm:prSet phldrT="[文本]"/>
      <dgm:spPr/>
      <dgm:t>
        <a:bodyPr/>
        <a:lstStyle/>
        <a:p>
          <a:r>
            <a:rPr lang="zh-CN" altLang="en-US" dirty="0"/>
            <a:t>机器人</a:t>
          </a:r>
        </a:p>
      </dgm:t>
    </dgm:pt>
    <dgm:pt modelId="{63F2E8BE-92EA-B542-AFAA-C7E51E4738D7}" type="parTrans" cxnId="{52B479CE-E276-B147-99B3-01F4F10EB32F}">
      <dgm:prSet/>
      <dgm:spPr/>
      <dgm:t>
        <a:bodyPr/>
        <a:lstStyle/>
        <a:p>
          <a:endParaRPr lang="zh-CN" altLang="en-US"/>
        </a:p>
      </dgm:t>
    </dgm:pt>
    <dgm:pt modelId="{D887D1EA-6B2E-BA47-92D6-464F64FA62BB}" type="sibTrans" cxnId="{52B479CE-E276-B147-99B3-01F4F10EB32F}">
      <dgm:prSet/>
      <dgm:spPr/>
      <dgm:t>
        <a:bodyPr/>
        <a:lstStyle/>
        <a:p>
          <a:endParaRPr lang="zh-CN" altLang="en-US"/>
        </a:p>
      </dgm:t>
    </dgm:pt>
    <dgm:pt modelId="{133BC2C5-EA1C-1748-8FF1-9071C732A05E}">
      <dgm:prSet phldrT="[文本]"/>
      <dgm:spPr/>
      <dgm:t>
        <a:bodyPr/>
        <a:lstStyle/>
        <a:p>
          <a:r>
            <a:rPr lang="zh-CN" altLang="en-US" dirty="0"/>
            <a:t>娱乐</a:t>
          </a:r>
        </a:p>
      </dgm:t>
    </dgm:pt>
    <dgm:pt modelId="{5A6AB844-F316-2A40-9B8B-62B125F5FC3D}" type="parTrans" cxnId="{F5429ED4-1510-E04E-BCE0-B56F1876C1CB}">
      <dgm:prSet/>
      <dgm:spPr/>
      <dgm:t>
        <a:bodyPr/>
        <a:lstStyle/>
        <a:p>
          <a:endParaRPr lang="zh-CN" altLang="en-US"/>
        </a:p>
      </dgm:t>
    </dgm:pt>
    <dgm:pt modelId="{AF7EE4F7-B6C8-C742-853B-42C2BD350656}" type="sibTrans" cxnId="{F5429ED4-1510-E04E-BCE0-B56F1876C1CB}">
      <dgm:prSet/>
      <dgm:spPr/>
      <dgm:t>
        <a:bodyPr/>
        <a:lstStyle/>
        <a:p>
          <a:endParaRPr lang="zh-CN" altLang="en-US"/>
        </a:p>
      </dgm:t>
    </dgm:pt>
    <dgm:pt modelId="{85A00D10-5C6E-E64B-965E-498F7317B39D}">
      <dgm:prSet phldrT="[文本]"/>
      <dgm:spPr/>
      <dgm:t>
        <a:bodyPr/>
        <a:lstStyle/>
        <a:p>
          <a:r>
            <a:rPr lang="zh-CN" altLang="en-US" dirty="0"/>
            <a:t>农业</a:t>
          </a:r>
        </a:p>
      </dgm:t>
    </dgm:pt>
    <dgm:pt modelId="{7D048003-CCBB-844E-A024-4B64A835EBBC}" type="parTrans" cxnId="{4DDA4F46-1B1A-B246-B81F-EB12B21A4CE0}">
      <dgm:prSet/>
      <dgm:spPr/>
      <dgm:t>
        <a:bodyPr/>
        <a:lstStyle/>
        <a:p>
          <a:endParaRPr lang="zh-CN" altLang="en-US"/>
        </a:p>
      </dgm:t>
    </dgm:pt>
    <dgm:pt modelId="{39965E3F-2137-F546-84C2-09B2640DEE24}" type="sibTrans" cxnId="{4DDA4F46-1B1A-B246-B81F-EB12B21A4CE0}">
      <dgm:prSet/>
      <dgm:spPr/>
      <dgm:t>
        <a:bodyPr/>
        <a:lstStyle/>
        <a:p>
          <a:endParaRPr lang="zh-CN" altLang="en-US"/>
        </a:p>
      </dgm:t>
    </dgm:pt>
    <dgm:pt modelId="{BA8824A1-E7AD-2E49-8291-F22707F0CEF9}" type="pres">
      <dgm:prSet presAssocID="{4AF88434-D786-CD40-8199-E28A6BC8A84E}" presName="cycle" presStyleCnt="0">
        <dgm:presLayoutVars>
          <dgm:chMax val="1"/>
          <dgm:dir/>
          <dgm:animLvl val="ctr"/>
          <dgm:resizeHandles val="exact"/>
        </dgm:presLayoutVars>
      </dgm:prSet>
      <dgm:spPr/>
    </dgm:pt>
    <dgm:pt modelId="{9C71D6D5-B7CA-EF4C-B522-44353DF53B43}" type="pres">
      <dgm:prSet presAssocID="{B041CBB5-A77D-574F-B44C-8178F973C79D}" presName="centerShape" presStyleLbl="node0" presStyleIdx="0" presStyleCnt="1" custScaleX="221097" custScaleY="207402" custLinFactNeighborX="-1532" custLinFactNeighborY="3861"/>
      <dgm:spPr/>
    </dgm:pt>
    <dgm:pt modelId="{6C4087B4-B2AE-8646-A14A-FE4F92338EFF}" type="pres">
      <dgm:prSet presAssocID="{EAF8258E-3F1F-D940-B148-17B625914179}" presName="Name9" presStyleLbl="parChTrans1D2" presStyleIdx="0" presStyleCnt="12"/>
      <dgm:spPr/>
    </dgm:pt>
    <dgm:pt modelId="{F251B99A-0DF0-BF49-BB36-F0CE6AF2FC07}" type="pres">
      <dgm:prSet presAssocID="{EAF8258E-3F1F-D940-B148-17B625914179}" presName="connTx" presStyleLbl="parChTrans1D2" presStyleIdx="0" presStyleCnt="12"/>
      <dgm:spPr/>
    </dgm:pt>
    <dgm:pt modelId="{3AD78B77-EABC-034F-A24D-42789A353435}" type="pres">
      <dgm:prSet presAssocID="{1738DEEE-84E6-214A-83BE-AC9E9A8B47EA}" presName="node" presStyleLbl="node1" presStyleIdx="0" presStyleCnt="12">
        <dgm:presLayoutVars>
          <dgm:bulletEnabled val="1"/>
        </dgm:presLayoutVars>
      </dgm:prSet>
      <dgm:spPr/>
    </dgm:pt>
    <dgm:pt modelId="{335EE114-A913-C24D-A6E2-F8B3CEF37E7D}" type="pres">
      <dgm:prSet presAssocID="{7D048003-CCBB-844E-A024-4B64A835EBBC}" presName="Name9" presStyleLbl="parChTrans1D2" presStyleIdx="1" presStyleCnt="12"/>
      <dgm:spPr/>
    </dgm:pt>
    <dgm:pt modelId="{72CF41E5-02D6-3240-995A-7ED82B80B8AB}" type="pres">
      <dgm:prSet presAssocID="{7D048003-CCBB-844E-A024-4B64A835EBBC}" presName="connTx" presStyleLbl="parChTrans1D2" presStyleIdx="1" presStyleCnt="12"/>
      <dgm:spPr/>
    </dgm:pt>
    <dgm:pt modelId="{4A4718D7-CA56-334F-876E-3337F674A0A5}" type="pres">
      <dgm:prSet presAssocID="{85A00D10-5C6E-E64B-965E-498F7317B39D}" presName="node" presStyleLbl="node1" presStyleIdx="1" presStyleCnt="12">
        <dgm:presLayoutVars>
          <dgm:bulletEnabled val="1"/>
        </dgm:presLayoutVars>
      </dgm:prSet>
      <dgm:spPr/>
    </dgm:pt>
    <dgm:pt modelId="{4DCF1417-5B2B-1A40-9232-17D177D1B1CB}" type="pres">
      <dgm:prSet presAssocID="{CFA5298C-79A9-1546-8F45-9C20A4FEF2B4}" presName="Name9" presStyleLbl="parChTrans1D2" presStyleIdx="2" presStyleCnt="12"/>
      <dgm:spPr/>
    </dgm:pt>
    <dgm:pt modelId="{502CE420-56A1-7042-B65B-1624171806A3}" type="pres">
      <dgm:prSet presAssocID="{CFA5298C-79A9-1546-8F45-9C20A4FEF2B4}" presName="connTx" presStyleLbl="parChTrans1D2" presStyleIdx="2" presStyleCnt="12"/>
      <dgm:spPr/>
    </dgm:pt>
    <dgm:pt modelId="{CCD3BF21-84BF-5146-B255-A0E0263833F6}" type="pres">
      <dgm:prSet presAssocID="{D5DE7134-4AB6-A246-A014-107EE190B42F}" presName="node" presStyleLbl="node1" presStyleIdx="2" presStyleCnt="12">
        <dgm:presLayoutVars>
          <dgm:bulletEnabled val="1"/>
        </dgm:presLayoutVars>
      </dgm:prSet>
      <dgm:spPr/>
    </dgm:pt>
    <dgm:pt modelId="{6EC24BCE-04B8-A745-B759-BD1CA4F1BEBB}" type="pres">
      <dgm:prSet presAssocID="{A98225CC-B388-BF4E-95B1-497E8CCF4BE8}" presName="Name9" presStyleLbl="parChTrans1D2" presStyleIdx="3" presStyleCnt="12"/>
      <dgm:spPr/>
    </dgm:pt>
    <dgm:pt modelId="{B4FE03F0-7E7E-C746-AEDD-B15F5D480A25}" type="pres">
      <dgm:prSet presAssocID="{A98225CC-B388-BF4E-95B1-497E8CCF4BE8}" presName="connTx" presStyleLbl="parChTrans1D2" presStyleIdx="3" presStyleCnt="12"/>
      <dgm:spPr/>
    </dgm:pt>
    <dgm:pt modelId="{9B26AEDB-CD80-7F4C-B22D-23EB4A94325A}" type="pres">
      <dgm:prSet presAssocID="{2ED44BCB-C8B0-B64E-8567-155505F444EE}" presName="node" presStyleLbl="node1" presStyleIdx="3" presStyleCnt="12">
        <dgm:presLayoutVars>
          <dgm:bulletEnabled val="1"/>
        </dgm:presLayoutVars>
      </dgm:prSet>
      <dgm:spPr/>
    </dgm:pt>
    <dgm:pt modelId="{F9AA7CED-B6FB-3C44-8D45-B73F017BFE3E}" type="pres">
      <dgm:prSet presAssocID="{9F2966D1-851C-CF49-B446-C889A12BC46A}" presName="Name9" presStyleLbl="parChTrans1D2" presStyleIdx="4" presStyleCnt="12"/>
      <dgm:spPr/>
    </dgm:pt>
    <dgm:pt modelId="{832863AF-2FBE-F949-BA3C-3CCFF8D65C72}" type="pres">
      <dgm:prSet presAssocID="{9F2966D1-851C-CF49-B446-C889A12BC46A}" presName="connTx" presStyleLbl="parChTrans1D2" presStyleIdx="4" presStyleCnt="12"/>
      <dgm:spPr/>
    </dgm:pt>
    <dgm:pt modelId="{F5954EBE-2183-6848-A22B-C22B4FC438A6}" type="pres">
      <dgm:prSet presAssocID="{7C88663C-85B1-0C4C-9E29-497B549AF41A}" presName="node" presStyleLbl="node1" presStyleIdx="4" presStyleCnt="12">
        <dgm:presLayoutVars>
          <dgm:bulletEnabled val="1"/>
        </dgm:presLayoutVars>
      </dgm:prSet>
      <dgm:spPr/>
    </dgm:pt>
    <dgm:pt modelId="{3B5B048C-69B2-4C44-8325-10B06F154873}" type="pres">
      <dgm:prSet presAssocID="{96027982-BFD2-124D-8D17-9F5BEDACDD92}" presName="Name9" presStyleLbl="parChTrans1D2" presStyleIdx="5" presStyleCnt="12"/>
      <dgm:spPr/>
    </dgm:pt>
    <dgm:pt modelId="{FF8F61A4-0F98-894C-9D67-6BA8A9FC4BED}" type="pres">
      <dgm:prSet presAssocID="{96027982-BFD2-124D-8D17-9F5BEDACDD92}" presName="connTx" presStyleLbl="parChTrans1D2" presStyleIdx="5" presStyleCnt="12"/>
      <dgm:spPr/>
    </dgm:pt>
    <dgm:pt modelId="{F2339034-E363-974D-8FC1-58A42449584D}" type="pres">
      <dgm:prSet presAssocID="{2C102CE9-B996-4842-B80C-B51073E31372}" presName="node" presStyleLbl="node1" presStyleIdx="5" presStyleCnt="12">
        <dgm:presLayoutVars>
          <dgm:bulletEnabled val="1"/>
        </dgm:presLayoutVars>
      </dgm:prSet>
      <dgm:spPr/>
    </dgm:pt>
    <dgm:pt modelId="{7254BB14-2476-BC46-84E3-6C8C133FB072}" type="pres">
      <dgm:prSet presAssocID="{73EB940F-E87A-B54A-86BD-9CDA7C040ED3}" presName="Name9" presStyleLbl="parChTrans1D2" presStyleIdx="6" presStyleCnt="12"/>
      <dgm:spPr/>
    </dgm:pt>
    <dgm:pt modelId="{3180FA09-A8A5-A847-8824-CA69549C72FD}" type="pres">
      <dgm:prSet presAssocID="{73EB940F-E87A-B54A-86BD-9CDA7C040ED3}" presName="connTx" presStyleLbl="parChTrans1D2" presStyleIdx="6" presStyleCnt="12"/>
      <dgm:spPr/>
    </dgm:pt>
    <dgm:pt modelId="{36730CE1-7915-A044-A1BB-7EBEE41610AE}" type="pres">
      <dgm:prSet presAssocID="{EEEBCA1B-4E42-D446-8C0E-7C0E9402B18F}" presName="node" presStyleLbl="node1" presStyleIdx="6" presStyleCnt="12">
        <dgm:presLayoutVars>
          <dgm:bulletEnabled val="1"/>
        </dgm:presLayoutVars>
      </dgm:prSet>
      <dgm:spPr/>
    </dgm:pt>
    <dgm:pt modelId="{F37AC3D5-914A-E246-A3E4-B6B38B975C4E}" type="pres">
      <dgm:prSet presAssocID="{5545D28D-CDE2-9548-8A9C-0812A0F2866D}" presName="Name9" presStyleLbl="parChTrans1D2" presStyleIdx="7" presStyleCnt="12"/>
      <dgm:spPr/>
    </dgm:pt>
    <dgm:pt modelId="{69B02038-85E1-5E40-A5A6-930D659AD246}" type="pres">
      <dgm:prSet presAssocID="{5545D28D-CDE2-9548-8A9C-0812A0F2866D}" presName="connTx" presStyleLbl="parChTrans1D2" presStyleIdx="7" presStyleCnt="12"/>
      <dgm:spPr/>
    </dgm:pt>
    <dgm:pt modelId="{A80CC155-7FCA-B24C-A0B5-E3D7EE700208}" type="pres">
      <dgm:prSet presAssocID="{164A9E9A-C167-8B49-BF49-5C9403CEB63B}" presName="node" presStyleLbl="node1" presStyleIdx="7" presStyleCnt="12">
        <dgm:presLayoutVars>
          <dgm:bulletEnabled val="1"/>
        </dgm:presLayoutVars>
      </dgm:prSet>
      <dgm:spPr/>
    </dgm:pt>
    <dgm:pt modelId="{5932D01E-AF24-5A47-AC1F-632D223FCA0B}" type="pres">
      <dgm:prSet presAssocID="{214F7525-6530-FC4D-99F6-963CB1927C50}" presName="Name9" presStyleLbl="parChTrans1D2" presStyleIdx="8" presStyleCnt="12"/>
      <dgm:spPr/>
    </dgm:pt>
    <dgm:pt modelId="{C9751EE3-44E2-5D4E-95BA-203A08287AAF}" type="pres">
      <dgm:prSet presAssocID="{214F7525-6530-FC4D-99F6-963CB1927C50}" presName="connTx" presStyleLbl="parChTrans1D2" presStyleIdx="8" presStyleCnt="12"/>
      <dgm:spPr/>
    </dgm:pt>
    <dgm:pt modelId="{255934EB-1994-A44E-821D-1CAC575B03C3}" type="pres">
      <dgm:prSet presAssocID="{AA3F51AC-893E-0546-AE76-3BE60F095598}" presName="node" presStyleLbl="node1" presStyleIdx="8" presStyleCnt="12">
        <dgm:presLayoutVars>
          <dgm:bulletEnabled val="1"/>
        </dgm:presLayoutVars>
      </dgm:prSet>
      <dgm:spPr/>
    </dgm:pt>
    <dgm:pt modelId="{8A6F1EED-D54C-274E-8F24-2B3C0EBD9A3F}" type="pres">
      <dgm:prSet presAssocID="{63F2E8BE-92EA-B542-AFAA-C7E51E4738D7}" presName="Name9" presStyleLbl="parChTrans1D2" presStyleIdx="9" presStyleCnt="12"/>
      <dgm:spPr/>
    </dgm:pt>
    <dgm:pt modelId="{8A835576-6110-5D40-BB75-14C49019A8DC}" type="pres">
      <dgm:prSet presAssocID="{63F2E8BE-92EA-B542-AFAA-C7E51E4738D7}" presName="connTx" presStyleLbl="parChTrans1D2" presStyleIdx="9" presStyleCnt="12"/>
      <dgm:spPr/>
    </dgm:pt>
    <dgm:pt modelId="{686CFC4A-7899-634E-956D-B3A69ED83876}" type="pres">
      <dgm:prSet presAssocID="{1C338BD7-EDEA-2E4B-A182-8B44367F94CB}" presName="node" presStyleLbl="node1" presStyleIdx="9" presStyleCnt="12">
        <dgm:presLayoutVars>
          <dgm:bulletEnabled val="1"/>
        </dgm:presLayoutVars>
      </dgm:prSet>
      <dgm:spPr/>
    </dgm:pt>
    <dgm:pt modelId="{8CB66207-BF18-8E4D-A069-F42A1540A52E}" type="pres">
      <dgm:prSet presAssocID="{5A6AB844-F316-2A40-9B8B-62B125F5FC3D}" presName="Name9" presStyleLbl="parChTrans1D2" presStyleIdx="10" presStyleCnt="12"/>
      <dgm:spPr/>
    </dgm:pt>
    <dgm:pt modelId="{6C424B86-304F-BA40-9F84-1E0F378E7FCA}" type="pres">
      <dgm:prSet presAssocID="{5A6AB844-F316-2A40-9B8B-62B125F5FC3D}" presName="connTx" presStyleLbl="parChTrans1D2" presStyleIdx="10" presStyleCnt="12"/>
      <dgm:spPr/>
    </dgm:pt>
    <dgm:pt modelId="{E9AD78D3-C8B8-4242-BA9C-0B521A8D1D1D}" type="pres">
      <dgm:prSet presAssocID="{133BC2C5-EA1C-1748-8FF1-9071C732A05E}" presName="node" presStyleLbl="node1" presStyleIdx="10" presStyleCnt="12">
        <dgm:presLayoutVars>
          <dgm:bulletEnabled val="1"/>
        </dgm:presLayoutVars>
      </dgm:prSet>
      <dgm:spPr/>
    </dgm:pt>
    <dgm:pt modelId="{2B4F5858-B868-2F43-88AF-F68C2A1DEC1E}" type="pres">
      <dgm:prSet presAssocID="{BCCA7010-E811-F24F-9DFA-92827CE6295E}" presName="Name9" presStyleLbl="parChTrans1D2" presStyleIdx="11" presStyleCnt="12"/>
      <dgm:spPr/>
    </dgm:pt>
    <dgm:pt modelId="{1C4EAEF4-1BE5-CE4D-B190-4342DF18BF7E}" type="pres">
      <dgm:prSet presAssocID="{BCCA7010-E811-F24F-9DFA-92827CE6295E}" presName="connTx" presStyleLbl="parChTrans1D2" presStyleIdx="11" presStyleCnt="12"/>
      <dgm:spPr/>
    </dgm:pt>
    <dgm:pt modelId="{B21B4BA8-D513-784A-A1B5-19705808889E}" type="pres">
      <dgm:prSet presAssocID="{8B59EB4E-1D02-EA4B-98C1-827FFE65CE2B}" presName="node" presStyleLbl="node1" presStyleIdx="11" presStyleCnt="12">
        <dgm:presLayoutVars>
          <dgm:bulletEnabled val="1"/>
        </dgm:presLayoutVars>
      </dgm:prSet>
      <dgm:spPr/>
    </dgm:pt>
  </dgm:ptLst>
  <dgm:cxnLst>
    <dgm:cxn modelId="{ED83A11B-A73C-CE4B-8E16-4CA84BDAE8D9}" type="presOf" srcId="{8B59EB4E-1D02-EA4B-98C1-827FFE65CE2B}" destId="{B21B4BA8-D513-784A-A1B5-19705808889E}" srcOrd="0" destOrd="0" presId="urn:microsoft.com/office/officeart/2005/8/layout/radial1"/>
    <dgm:cxn modelId="{9F12C428-C5B5-3841-9726-D8048F27CF5B}" type="presOf" srcId="{2C102CE9-B996-4842-B80C-B51073E31372}" destId="{F2339034-E363-974D-8FC1-58A42449584D}" srcOrd="0" destOrd="0" presId="urn:microsoft.com/office/officeart/2005/8/layout/radial1"/>
    <dgm:cxn modelId="{57A9552F-AD44-264A-9574-7A36F5502E8C}" type="presOf" srcId="{CFA5298C-79A9-1546-8F45-9C20A4FEF2B4}" destId="{502CE420-56A1-7042-B65B-1624171806A3}" srcOrd="1" destOrd="0" presId="urn:microsoft.com/office/officeart/2005/8/layout/radial1"/>
    <dgm:cxn modelId="{CC0A8434-62F2-704A-8BED-8DF0B774E827}" type="presOf" srcId="{BCCA7010-E811-F24F-9DFA-92827CE6295E}" destId="{1C4EAEF4-1BE5-CE4D-B190-4342DF18BF7E}" srcOrd="1" destOrd="0" presId="urn:microsoft.com/office/officeart/2005/8/layout/radial1"/>
    <dgm:cxn modelId="{4DDA4F46-1B1A-B246-B81F-EB12B21A4CE0}" srcId="{B041CBB5-A77D-574F-B44C-8178F973C79D}" destId="{85A00D10-5C6E-E64B-965E-498F7317B39D}" srcOrd="1" destOrd="0" parTransId="{7D048003-CCBB-844E-A024-4B64A835EBBC}" sibTransId="{39965E3F-2137-F546-84C2-09B2640DEE24}"/>
    <dgm:cxn modelId="{3396354E-5718-F440-8945-774D294A8AF5}" srcId="{B041CBB5-A77D-574F-B44C-8178F973C79D}" destId="{164A9E9A-C167-8B49-BF49-5C9403CEB63B}" srcOrd="7" destOrd="0" parTransId="{5545D28D-CDE2-9548-8A9C-0812A0F2866D}" sibTransId="{24FD9D73-1E57-6548-A0CA-0CFEDF1905B6}"/>
    <dgm:cxn modelId="{5A3D4456-3F71-4D4F-87A6-1D64B5A7DDD8}" srcId="{B041CBB5-A77D-574F-B44C-8178F973C79D}" destId="{2ED44BCB-C8B0-B64E-8567-155505F444EE}" srcOrd="3" destOrd="0" parTransId="{A98225CC-B388-BF4E-95B1-497E8CCF4BE8}" sibTransId="{B8527C07-8B6B-7944-8A2E-0579A12F0430}"/>
    <dgm:cxn modelId="{06C3526E-BA94-C846-8445-179426900BB5}" type="presOf" srcId="{85A00D10-5C6E-E64B-965E-498F7317B39D}" destId="{4A4718D7-CA56-334F-876E-3337F674A0A5}" srcOrd="0" destOrd="0" presId="urn:microsoft.com/office/officeart/2005/8/layout/radial1"/>
    <dgm:cxn modelId="{0878CE6F-3552-C045-A56C-BBE1F1EF4909}" type="presOf" srcId="{96027982-BFD2-124D-8D17-9F5BEDACDD92}" destId="{3B5B048C-69B2-4C44-8325-10B06F154873}" srcOrd="0" destOrd="0" presId="urn:microsoft.com/office/officeart/2005/8/layout/radial1"/>
    <dgm:cxn modelId="{49171D75-240E-6843-B56F-ED1D1DC0A0A5}" type="presOf" srcId="{73EB940F-E87A-B54A-86BD-9CDA7C040ED3}" destId="{3180FA09-A8A5-A847-8824-CA69549C72FD}" srcOrd="1" destOrd="0" presId="urn:microsoft.com/office/officeart/2005/8/layout/radial1"/>
    <dgm:cxn modelId="{4CAF9376-B44F-0A43-9FEE-9862B83CD7D6}" type="presOf" srcId="{133BC2C5-EA1C-1748-8FF1-9071C732A05E}" destId="{E9AD78D3-C8B8-4242-BA9C-0B521A8D1D1D}" srcOrd="0" destOrd="0" presId="urn:microsoft.com/office/officeart/2005/8/layout/radial1"/>
    <dgm:cxn modelId="{1E959476-AA57-754C-8B6B-C14FF7F91940}" srcId="{B041CBB5-A77D-574F-B44C-8178F973C79D}" destId="{AA3F51AC-893E-0546-AE76-3BE60F095598}" srcOrd="8" destOrd="0" parTransId="{214F7525-6530-FC4D-99F6-963CB1927C50}" sibTransId="{D7B75B6E-C92B-8048-A018-E2FED40EA389}"/>
    <dgm:cxn modelId="{A7379A7B-F657-A546-A4D5-4572E9386FFE}" type="presOf" srcId="{2ED44BCB-C8B0-B64E-8567-155505F444EE}" destId="{9B26AEDB-CD80-7F4C-B22D-23EB4A94325A}" srcOrd="0" destOrd="0" presId="urn:microsoft.com/office/officeart/2005/8/layout/radial1"/>
    <dgm:cxn modelId="{111B987D-9900-2C46-B606-DD0BF0FFA979}" type="presOf" srcId="{1738DEEE-84E6-214A-83BE-AC9E9A8B47EA}" destId="{3AD78B77-EABC-034F-A24D-42789A353435}" srcOrd="0" destOrd="0" presId="urn:microsoft.com/office/officeart/2005/8/layout/radial1"/>
    <dgm:cxn modelId="{F9C9C985-9973-7145-AD87-0B36DEEBEFBA}" type="presOf" srcId="{D5DE7134-4AB6-A246-A014-107EE190B42F}" destId="{CCD3BF21-84BF-5146-B255-A0E0263833F6}" srcOrd="0" destOrd="0" presId="urn:microsoft.com/office/officeart/2005/8/layout/radial1"/>
    <dgm:cxn modelId="{87426F8A-15D6-7D47-AAE9-064C68A4784F}" type="presOf" srcId="{5545D28D-CDE2-9548-8A9C-0812A0F2866D}" destId="{69B02038-85E1-5E40-A5A6-930D659AD246}" srcOrd="1" destOrd="0" presId="urn:microsoft.com/office/officeart/2005/8/layout/radial1"/>
    <dgm:cxn modelId="{8768918D-CD54-244C-B1EC-6C2A10D9A5CC}" srcId="{B041CBB5-A77D-574F-B44C-8178F973C79D}" destId="{8B59EB4E-1D02-EA4B-98C1-827FFE65CE2B}" srcOrd="11" destOrd="0" parTransId="{BCCA7010-E811-F24F-9DFA-92827CE6295E}" sibTransId="{996A0617-69E4-DE46-B9DC-FC282A0C11FB}"/>
    <dgm:cxn modelId="{21A8D58E-E842-5A41-A0ED-9A0AC9EC29B5}" type="presOf" srcId="{96027982-BFD2-124D-8D17-9F5BEDACDD92}" destId="{FF8F61A4-0F98-894C-9D67-6BA8A9FC4BED}" srcOrd="1" destOrd="0" presId="urn:microsoft.com/office/officeart/2005/8/layout/radial1"/>
    <dgm:cxn modelId="{9A178497-74F5-154B-AFBB-B091C116FA81}" srcId="{B041CBB5-A77D-574F-B44C-8178F973C79D}" destId="{D5DE7134-4AB6-A246-A014-107EE190B42F}" srcOrd="2" destOrd="0" parTransId="{CFA5298C-79A9-1546-8F45-9C20A4FEF2B4}" sibTransId="{5CFE28AC-A0D9-FD43-8713-28FBD50A92DA}"/>
    <dgm:cxn modelId="{8FAAE098-A736-ED42-8E48-23D52763FDFD}" type="presOf" srcId="{7D048003-CCBB-844E-A024-4B64A835EBBC}" destId="{335EE114-A913-C24D-A6E2-F8B3CEF37E7D}" srcOrd="0" destOrd="0" presId="urn:microsoft.com/office/officeart/2005/8/layout/radial1"/>
    <dgm:cxn modelId="{B6912B99-F0E0-B74C-8567-07E28283A718}" type="presOf" srcId="{164A9E9A-C167-8B49-BF49-5C9403CEB63B}" destId="{A80CC155-7FCA-B24C-A0B5-E3D7EE700208}" srcOrd="0" destOrd="0" presId="urn:microsoft.com/office/officeart/2005/8/layout/radial1"/>
    <dgm:cxn modelId="{93BF2F9A-D030-534F-BC27-D845BAC32DB6}" type="presOf" srcId="{9F2966D1-851C-CF49-B446-C889A12BC46A}" destId="{832863AF-2FBE-F949-BA3C-3CCFF8D65C72}" srcOrd="1" destOrd="0" presId="urn:microsoft.com/office/officeart/2005/8/layout/radial1"/>
    <dgm:cxn modelId="{C2ED8B9C-3E23-E847-B11F-34E5268672C5}" type="presOf" srcId="{5545D28D-CDE2-9548-8A9C-0812A0F2866D}" destId="{F37AC3D5-914A-E246-A3E4-B6B38B975C4E}" srcOrd="0" destOrd="0" presId="urn:microsoft.com/office/officeart/2005/8/layout/radial1"/>
    <dgm:cxn modelId="{58B0CA9C-91DE-7547-BB70-69B0861E0607}" srcId="{B041CBB5-A77D-574F-B44C-8178F973C79D}" destId="{2C102CE9-B996-4842-B80C-B51073E31372}" srcOrd="5" destOrd="0" parTransId="{96027982-BFD2-124D-8D17-9F5BEDACDD92}" sibTransId="{F67EB3EA-3218-414B-BCDE-10C86C10FAC2}"/>
    <dgm:cxn modelId="{56B384A2-D16C-8648-9873-6A70180DF327}" type="presOf" srcId="{73EB940F-E87A-B54A-86BD-9CDA7C040ED3}" destId="{7254BB14-2476-BC46-84E3-6C8C133FB072}" srcOrd="0" destOrd="0" presId="urn:microsoft.com/office/officeart/2005/8/layout/radial1"/>
    <dgm:cxn modelId="{BB7A28AA-FFA4-0442-89DA-9B591ECC9CD2}" type="presOf" srcId="{4AF88434-D786-CD40-8199-E28A6BC8A84E}" destId="{BA8824A1-E7AD-2E49-8291-F22707F0CEF9}" srcOrd="0" destOrd="0" presId="urn:microsoft.com/office/officeart/2005/8/layout/radial1"/>
    <dgm:cxn modelId="{FD3F57AA-D8F8-9841-9BF8-7E59291F1B5A}" type="presOf" srcId="{B041CBB5-A77D-574F-B44C-8178F973C79D}" destId="{9C71D6D5-B7CA-EF4C-B522-44353DF53B43}" srcOrd="0" destOrd="0" presId="urn:microsoft.com/office/officeart/2005/8/layout/radial1"/>
    <dgm:cxn modelId="{174BE9AB-99C5-474E-A4C5-FEF829579FB1}" type="presOf" srcId="{CFA5298C-79A9-1546-8F45-9C20A4FEF2B4}" destId="{4DCF1417-5B2B-1A40-9232-17D177D1B1CB}" srcOrd="0" destOrd="0" presId="urn:microsoft.com/office/officeart/2005/8/layout/radial1"/>
    <dgm:cxn modelId="{A5B339AE-BD2D-174C-8AB2-015569D5A343}" type="presOf" srcId="{AA3F51AC-893E-0546-AE76-3BE60F095598}" destId="{255934EB-1994-A44E-821D-1CAC575B03C3}" srcOrd="0" destOrd="0" presId="urn:microsoft.com/office/officeart/2005/8/layout/radial1"/>
    <dgm:cxn modelId="{2CC2D3AF-3E58-A44F-99F7-3B5371BA01C5}" type="presOf" srcId="{7D048003-CCBB-844E-A024-4B64A835EBBC}" destId="{72CF41E5-02D6-3240-995A-7ED82B80B8AB}" srcOrd="1" destOrd="0" presId="urn:microsoft.com/office/officeart/2005/8/layout/radial1"/>
    <dgm:cxn modelId="{68C9A6B4-B201-8F40-81EA-8C7AC2D9259E}" type="presOf" srcId="{EAF8258E-3F1F-D940-B148-17B625914179}" destId="{F251B99A-0DF0-BF49-BB36-F0CE6AF2FC07}" srcOrd="1" destOrd="0" presId="urn:microsoft.com/office/officeart/2005/8/layout/radial1"/>
    <dgm:cxn modelId="{8DCB3DB6-8C32-6A4F-B9E1-E47093EFBB8B}" srcId="{B041CBB5-A77D-574F-B44C-8178F973C79D}" destId="{1738DEEE-84E6-214A-83BE-AC9E9A8B47EA}" srcOrd="0" destOrd="0" parTransId="{EAF8258E-3F1F-D940-B148-17B625914179}" sibTransId="{BBF49B2E-AA15-554F-85C5-658226C45B55}"/>
    <dgm:cxn modelId="{DD1072B8-894E-8D4D-B9FB-B4D62ED271FE}" type="presOf" srcId="{BCCA7010-E811-F24F-9DFA-92827CE6295E}" destId="{2B4F5858-B868-2F43-88AF-F68C2A1DEC1E}" srcOrd="0" destOrd="0" presId="urn:microsoft.com/office/officeart/2005/8/layout/radial1"/>
    <dgm:cxn modelId="{BC4D4BBA-13E8-AF4F-90F3-60DE5D1C7E69}" type="presOf" srcId="{EEEBCA1B-4E42-D446-8C0E-7C0E9402B18F}" destId="{36730CE1-7915-A044-A1BB-7EBEE41610AE}" srcOrd="0" destOrd="0" presId="urn:microsoft.com/office/officeart/2005/8/layout/radial1"/>
    <dgm:cxn modelId="{46C309C1-167D-9249-834E-AC7D8DE2D64B}" srcId="{B041CBB5-A77D-574F-B44C-8178F973C79D}" destId="{7C88663C-85B1-0C4C-9E29-497B549AF41A}" srcOrd="4" destOrd="0" parTransId="{9F2966D1-851C-CF49-B446-C889A12BC46A}" sibTransId="{2971B969-C09B-5443-861D-729A45AEDFC8}"/>
    <dgm:cxn modelId="{F5E97BC3-AC74-C24D-B872-C9700EFEB0E7}" srcId="{4AF88434-D786-CD40-8199-E28A6BC8A84E}" destId="{B041CBB5-A77D-574F-B44C-8178F973C79D}" srcOrd="0" destOrd="0" parTransId="{6FF1D750-FCBE-294D-9302-8DCB6A036104}" sibTransId="{A59DE7A3-E0AE-E849-8656-90658199EC14}"/>
    <dgm:cxn modelId="{D6DAC6C4-16DE-A943-8D27-8AC37D3A70C6}" type="presOf" srcId="{5A6AB844-F316-2A40-9B8B-62B125F5FC3D}" destId="{8CB66207-BF18-8E4D-A069-F42A1540A52E}" srcOrd="0" destOrd="0" presId="urn:microsoft.com/office/officeart/2005/8/layout/radial1"/>
    <dgm:cxn modelId="{904FE8C5-F2B7-BB48-9B3B-974104806C5D}" type="presOf" srcId="{63F2E8BE-92EA-B542-AFAA-C7E51E4738D7}" destId="{8A6F1EED-D54C-274E-8F24-2B3C0EBD9A3F}" srcOrd="0" destOrd="0" presId="urn:microsoft.com/office/officeart/2005/8/layout/radial1"/>
    <dgm:cxn modelId="{52B479CE-E276-B147-99B3-01F4F10EB32F}" srcId="{B041CBB5-A77D-574F-B44C-8178F973C79D}" destId="{1C338BD7-EDEA-2E4B-A182-8B44367F94CB}" srcOrd="9" destOrd="0" parTransId="{63F2E8BE-92EA-B542-AFAA-C7E51E4738D7}" sibTransId="{D887D1EA-6B2E-BA47-92D6-464F64FA62BB}"/>
    <dgm:cxn modelId="{F5429ED4-1510-E04E-BCE0-B56F1876C1CB}" srcId="{B041CBB5-A77D-574F-B44C-8178F973C79D}" destId="{133BC2C5-EA1C-1748-8FF1-9071C732A05E}" srcOrd="10" destOrd="0" parTransId="{5A6AB844-F316-2A40-9B8B-62B125F5FC3D}" sibTransId="{AF7EE4F7-B6C8-C742-853B-42C2BD350656}"/>
    <dgm:cxn modelId="{DFF629D6-BFEA-994A-BEE5-8D4FE4CEC99F}" type="presOf" srcId="{214F7525-6530-FC4D-99F6-963CB1927C50}" destId="{C9751EE3-44E2-5D4E-95BA-203A08287AAF}" srcOrd="1" destOrd="0" presId="urn:microsoft.com/office/officeart/2005/8/layout/radial1"/>
    <dgm:cxn modelId="{16F21EDE-E485-8241-9A30-A5E282BDFC18}" type="presOf" srcId="{5A6AB844-F316-2A40-9B8B-62B125F5FC3D}" destId="{6C424B86-304F-BA40-9F84-1E0F378E7FCA}" srcOrd="1" destOrd="0" presId="urn:microsoft.com/office/officeart/2005/8/layout/radial1"/>
    <dgm:cxn modelId="{69653ADE-33A2-7141-A44E-E74A54593EAB}" srcId="{B041CBB5-A77D-574F-B44C-8178F973C79D}" destId="{EEEBCA1B-4E42-D446-8C0E-7C0E9402B18F}" srcOrd="6" destOrd="0" parTransId="{73EB940F-E87A-B54A-86BD-9CDA7C040ED3}" sibTransId="{DCBC855D-87DA-A642-84C4-F05C5E89925F}"/>
    <dgm:cxn modelId="{3D8242E6-01BC-5B4E-AF60-740A447BEC3C}" type="presOf" srcId="{214F7525-6530-FC4D-99F6-963CB1927C50}" destId="{5932D01E-AF24-5A47-AC1F-632D223FCA0B}" srcOrd="0" destOrd="0" presId="urn:microsoft.com/office/officeart/2005/8/layout/radial1"/>
    <dgm:cxn modelId="{F2D88CF1-8527-F34C-A76C-AE6F1CD9073F}" type="presOf" srcId="{63F2E8BE-92EA-B542-AFAA-C7E51E4738D7}" destId="{8A835576-6110-5D40-BB75-14C49019A8DC}" srcOrd="1" destOrd="0" presId="urn:microsoft.com/office/officeart/2005/8/layout/radial1"/>
    <dgm:cxn modelId="{6DB581F4-BDCE-7243-A9BE-DFE39406E824}" type="presOf" srcId="{9F2966D1-851C-CF49-B446-C889A12BC46A}" destId="{F9AA7CED-B6FB-3C44-8D45-B73F017BFE3E}" srcOrd="0" destOrd="0" presId="urn:microsoft.com/office/officeart/2005/8/layout/radial1"/>
    <dgm:cxn modelId="{2973A6F4-6170-1F4C-ACDF-B4B8AC859C36}" type="presOf" srcId="{A98225CC-B388-BF4E-95B1-497E8CCF4BE8}" destId="{B4FE03F0-7E7E-C746-AEDD-B15F5D480A25}" srcOrd="1" destOrd="0" presId="urn:microsoft.com/office/officeart/2005/8/layout/radial1"/>
    <dgm:cxn modelId="{9B0489F6-AA44-1D45-A18A-0B68DC8B8A4C}" type="presOf" srcId="{A98225CC-B388-BF4E-95B1-497E8CCF4BE8}" destId="{6EC24BCE-04B8-A745-B759-BD1CA4F1BEBB}" srcOrd="0" destOrd="0" presId="urn:microsoft.com/office/officeart/2005/8/layout/radial1"/>
    <dgm:cxn modelId="{8D03E6F7-D2C4-764D-AF42-DCBAD3C0D8C8}" type="presOf" srcId="{EAF8258E-3F1F-D940-B148-17B625914179}" destId="{6C4087B4-B2AE-8646-A14A-FE4F92338EFF}" srcOrd="0" destOrd="0" presId="urn:microsoft.com/office/officeart/2005/8/layout/radial1"/>
    <dgm:cxn modelId="{FD31B9F8-1DD7-6E4B-985D-079DA55D8303}" type="presOf" srcId="{1C338BD7-EDEA-2E4B-A182-8B44367F94CB}" destId="{686CFC4A-7899-634E-956D-B3A69ED83876}" srcOrd="0" destOrd="0" presId="urn:microsoft.com/office/officeart/2005/8/layout/radial1"/>
    <dgm:cxn modelId="{F8DC82F9-8DA0-014E-91CE-45C0F76093DA}" type="presOf" srcId="{7C88663C-85B1-0C4C-9E29-497B549AF41A}" destId="{F5954EBE-2183-6848-A22B-C22B4FC438A6}" srcOrd="0" destOrd="0" presId="urn:microsoft.com/office/officeart/2005/8/layout/radial1"/>
    <dgm:cxn modelId="{71A2AE16-3E6C-7245-9C93-B74A347391DC}" type="presParOf" srcId="{BA8824A1-E7AD-2E49-8291-F22707F0CEF9}" destId="{9C71D6D5-B7CA-EF4C-B522-44353DF53B43}" srcOrd="0" destOrd="0" presId="urn:microsoft.com/office/officeart/2005/8/layout/radial1"/>
    <dgm:cxn modelId="{96E6E0A2-CA20-FA46-B8DE-3A98908898BD}" type="presParOf" srcId="{BA8824A1-E7AD-2E49-8291-F22707F0CEF9}" destId="{6C4087B4-B2AE-8646-A14A-FE4F92338EFF}" srcOrd="1" destOrd="0" presId="urn:microsoft.com/office/officeart/2005/8/layout/radial1"/>
    <dgm:cxn modelId="{FCE05400-B99F-3549-988D-168747E659E3}" type="presParOf" srcId="{6C4087B4-B2AE-8646-A14A-FE4F92338EFF}" destId="{F251B99A-0DF0-BF49-BB36-F0CE6AF2FC07}" srcOrd="0" destOrd="0" presId="urn:microsoft.com/office/officeart/2005/8/layout/radial1"/>
    <dgm:cxn modelId="{92B800A2-1A8E-3C47-9353-2CAF2046F658}" type="presParOf" srcId="{BA8824A1-E7AD-2E49-8291-F22707F0CEF9}" destId="{3AD78B77-EABC-034F-A24D-42789A353435}" srcOrd="2" destOrd="0" presId="urn:microsoft.com/office/officeart/2005/8/layout/radial1"/>
    <dgm:cxn modelId="{29430B31-05B2-9845-98AA-B9B7A74849B8}" type="presParOf" srcId="{BA8824A1-E7AD-2E49-8291-F22707F0CEF9}" destId="{335EE114-A913-C24D-A6E2-F8B3CEF37E7D}" srcOrd="3" destOrd="0" presId="urn:microsoft.com/office/officeart/2005/8/layout/radial1"/>
    <dgm:cxn modelId="{DCA18B3C-DB4C-2340-92A3-54EE169599FF}" type="presParOf" srcId="{335EE114-A913-C24D-A6E2-F8B3CEF37E7D}" destId="{72CF41E5-02D6-3240-995A-7ED82B80B8AB}" srcOrd="0" destOrd="0" presId="urn:microsoft.com/office/officeart/2005/8/layout/radial1"/>
    <dgm:cxn modelId="{3BDAA6CA-8EF0-3846-8E37-D45628FE3874}" type="presParOf" srcId="{BA8824A1-E7AD-2E49-8291-F22707F0CEF9}" destId="{4A4718D7-CA56-334F-876E-3337F674A0A5}" srcOrd="4" destOrd="0" presId="urn:microsoft.com/office/officeart/2005/8/layout/radial1"/>
    <dgm:cxn modelId="{F80F0662-7594-8F40-B673-1BC7B3E1A028}" type="presParOf" srcId="{BA8824A1-E7AD-2E49-8291-F22707F0CEF9}" destId="{4DCF1417-5B2B-1A40-9232-17D177D1B1CB}" srcOrd="5" destOrd="0" presId="urn:microsoft.com/office/officeart/2005/8/layout/radial1"/>
    <dgm:cxn modelId="{3592E506-8F3C-B042-B892-9168F54126E4}" type="presParOf" srcId="{4DCF1417-5B2B-1A40-9232-17D177D1B1CB}" destId="{502CE420-56A1-7042-B65B-1624171806A3}" srcOrd="0" destOrd="0" presId="urn:microsoft.com/office/officeart/2005/8/layout/radial1"/>
    <dgm:cxn modelId="{06372FB8-CBE3-8B44-AFFF-AFEBFC33DFFB}" type="presParOf" srcId="{BA8824A1-E7AD-2E49-8291-F22707F0CEF9}" destId="{CCD3BF21-84BF-5146-B255-A0E0263833F6}" srcOrd="6" destOrd="0" presId="urn:microsoft.com/office/officeart/2005/8/layout/radial1"/>
    <dgm:cxn modelId="{DE9577E9-E9C2-C046-B2B7-02B3A241C5F8}" type="presParOf" srcId="{BA8824A1-E7AD-2E49-8291-F22707F0CEF9}" destId="{6EC24BCE-04B8-A745-B759-BD1CA4F1BEBB}" srcOrd="7" destOrd="0" presId="urn:microsoft.com/office/officeart/2005/8/layout/radial1"/>
    <dgm:cxn modelId="{AB21F1C2-BC8F-4B4F-A329-C2A10E5B9305}" type="presParOf" srcId="{6EC24BCE-04B8-A745-B759-BD1CA4F1BEBB}" destId="{B4FE03F0-7E7E-C746-AEDD-B15F5D480A25}" srcOrd="0" destOrd="0" presId="urn:microsoft.com/office/officeart/2005/8/layout/radial1"/>
    <dgm:cxn modelId="{B75B3BB5-8180-0E49-89E5-2B8C32E6E6AC}" type="presParOf" srcId="{BA8824A1-E7AD-2E49-8291-F22707F0CEF9}" destId="{9B26AEDB-CD80-7F4C-B22D-23EB4A94325A}" srcOrd="8" destOrd="0" presId="urn:microsoft.com/office/officeart/2005/8/layout/radial1"/>
    <dgm:cxn modelId="{1F4959C4-F745-224D-BB7A-F28AE93C7327}" type="presParOf" srcId="{BA8824A1-E7AD-2E49-8291-F22707F0CEF9}" destId="{F9AA7CED-B6FB-3C44-8D45-B73F017BFE3E}" srcOrd="9" destOrd="0" presId="urn:microsoft.com/office/officeart/2005/8/layout/radial1"/>
    <dgm:cxn modelId="{31865547-7FCF-5646-9B82-0F6F9C00EDDC}" type="presParOf" srcId="{F9AA7CED-B6FB-3C44-8D45-B73F017BFE3E}" destId="{832863AF-2FBE-F949-BA3C-3CCFF8D65C72}" srcOrd="0" destOrd="0" presId="urn:microsoft.com/office/officeart/2005/8/layout/radial1"/>
    <dgm:cxn modelId="{1DDFB469-9087-3147-9D63-DBE15FD9BE1F}" type="presParOf" srcId="{BA8824A1-E7AD-2E49-8291-F22707F0CEF9}" destId="{F5954EBE-2183-6848-A22B-C22B4FC438A6}" srcOrd="10" destOrd="0" presId="urn:microsoft.com/office/officeart/2005/8/layout/radial1"/>
    <dgm:cxn modelId="{4CC42FCC-2557-4549-BDB6-0A7C322AEA29}" type="presParOf" srcId="{BA8824A1-E7AD-2E49-8291-F22707F0CEF9}" destId="{3B5B048C-69B2-4C44-8325-10B06F154873}" srcOrd="11" destOrd="0" presId="urn:microsoft.com/office/officeart/2005/8/layout/radial1"/>
    <dgm:cxn modelId="{DB08A0C1-9085-284D-BC83-5F9156AC4E16}" type="presParOf" srcId="{3B5B048C-69B2-4C44-8325-10B06F154873}" destId="{FF8F61A4-0F98-894C-9D67-6BA8A9FC4BED}" srcOrd="0" destOrd="0" presId="urn:microsoft.com/office/officeart/2005/8/layout/radial1"/>
    <dgm:cxn modelId="{2F6CC544-1DCA-184D-B73B-58EBB346AFAF}" type="presParOf" srcId="{BA8824A1-E7AD-2E49-8291-F22707F0CEF9}" destId="{F2339034-E363-974D-8FC1-58A42449584D}" srcOrd="12" destOrd="0" presId="urn:microsoft.com/office/officeart/2005/8/layout/radial1"/>
    <dgm:cxn modelId="{3E0CE24C-C04B-2749-9668-40BA365A24C6}" type="presParOf" srcId="{BA8824A1-E7AD-2E49-8291-F22707F0CEF9}" destId="{7254BB14-2476-BC46-84E3-6C8C133FB072}" srcOrd="13" destOrd="0" presId="urn:microsoft.com/office/officeart/2005/8/layout/radial1"/>
    <dgm:cxn modelId="{904DDE90-C249-3E40-BA61-016D2BE211A5}" type="presParOf" srcId="{7254BB14-2476-BC46-84E3-6C8C133FB072}" destId="{3180FA09-A8A5-A847-8824-CA69549C72FD}" srcOrd="0" destOrd="0" presId="urn:microsoft.com/office/officeart/2005/8/layout/radial1"/>
    <dgm:cxn modelId="{8F83A6B6-ED1B-A242-A48C-E1BB3D1D4CCA}" type="presParOf" srcId="{BA8824A1-E7AD-2E49-8291-F22707F0CEF9}" destId="{36730CE1-7915-A044-A1BB-7EBEE41610AE}" srcOrd="14" destOrd="0" presId="urn:microsoft.com/office/officeart/2005/8/layout/radial1"/>
    <dgm:cxn modelId="{D11D81F6-CA61-404E-A682-D097C89CB198}" type="presParOf" srcId="{BA8824A1-E7AD-2E49-8291-F22707F0CEF9}" destId="{F37AC3D5-914A-E246-A3E4-B6B38B975C4E}" srcOrd="15" destOrd="0" presId="urn:microsoft.com/office/officeart/2005/8/layout/radial1"/>
    <dgm:cxn modelId="{D4E5F2B5-E1F9-4949-B031-76AA2D1E7A48}" type="presParOf" srcId="{F37AC3D5-914A-E246-A3E4-B6B38B975C4E}" destId="{69B02038-85E1-5E40-A5A6-930D659AD246}" srcOrd="0" destOrd="0" presId="urn:microsoft.com/office/officeart/2005/8/layout/radial1"/>
    <dgm:cxn modelId="{6273152A-750A-0C46-BE38-11504C013074}" type="presParOf" srcId="{BA8824A1-E7AD-2E49-8291-F22707F0CEF9}" destId="{A80CC155-7FCA-B24C-A0B5-E3D7EE700208}" srcOrd="16" destOrd="0" presId="urn:microsoft.com/office/officeart/2005/8/layout/radial1"/>
    <dgm:cxn modelId="{5240EB07-DCED-D647-A347-FBB5ECDE7C87}" type="presParOf" srcId="{BA8824A1-E7AD-2E49-8291-F22707F0CEF9}" destId="{5932D01E-AF24-5A47-AC1F-632D223FCA0B}" srcOrd="17" destOrd="0" presId="urn:microsoft.com/office/officeart/2005/8/layout/radial1"/>
    <dgm:cxn modelId="{85720C7D-7CFC-C84E-A415-FCE77A297B06}" type="presParOf" srcId="{5932D01E-AF24-5A47-AC1F-632D223FCA0B}" destId="{C9751EE3-44E2-5D4E-95BA-203A08287AAF}" srcOrd="0" destOrd="0" presId="urn:microsoft.com/office/officeart/2005/8/layout/radial1"/>
    <dgm:cxn modelId="{29BDEC92-7605-1F49-B454-D206D0D17F23}" type="presParOf" srcId="{BA8824A1-E7AD-2E49-8291-F22707F0CEF9}" destId="{255934EB-1994-A44E-821D-1CAC575B03C3}" srcOrd="18" destOrd="0" presId="urn:microsoft.com/office/officeart/2005/8/layout/radial1"/>
    <dgm:cxn modelId="{C971236B-BBB2-6145-BAD2-064A90E392EF}" type="presParOf" srcId="{BA8824A1-E7AD-2E49-8291-F22707F0CEF9}" destId="{8A6F1EED-D54C-274E-8F24-2B3C0EBD9A3F}" srcOrd="19" destOrd="0" presId="urn:microsoft.com/office/officeart/2005/8/layout/radial1"/>
    <dgm:cxn modelId="{3DD01B1A-3534-DA40-A57A-857237FB3931}" type="presParOf" srcId="{8A6F1EED-D54C-274E-8F24-2B3C0EBD9A3F}" destId="{8A835576-6110-5D40-BB75-14C49019A8DC}" srcOrd="0" destOrd="0" presId="urn:microsoft.com/office/officeart/2005/8/layout/radial1"/>
    <dgm:cxn modelId="{4B5F7B13-639B-8E45-A51D-8C8B4922AFEC}" type="presParOf" srcId="{BA8824A1-E7AD-2E49-8291-F22707F0CEF9}" destId="{686CFC4A-7899-634E-956D-B3A69ED83876}" srcOrd="20" destOrd="0" presId="urn:microsoft.com/office/officeart/2005/8/layout/radial1"/>
    <dgm:cxn modelId="{2EE7433C-B519-CE41-B220-722C4FC21B3B}" type="presParOf" srcId="{BA8824A1-E7AD-2E49-8291-F22707F0CEF9}" destId="{8CB66207-BF18-8E4D-A069-F42A1540A52E}" srcOrd="21" destOrd="0" presId="urn:microsoft.com/office/officeart/2005/8/layout/radial1"/>
    <dgm:cxn modelId="{74E87808-3798-EF42-BB10-0D8EDF8ABED7}" type="presParOf" srcId="{8CB66207-BF18-8E4D-A069-F42A1540A52E}" destId="{6C424B86-304F-BA40-9F84-1E0F378E7FCA}" srcOrd="0" destOrd="0" presId="urn:microsoft.com/office/officeart/2005/8/layout/radial1"/>
    <dgm:cxn modelId="{3BE85B21-F809-2546-883C-E6EE4A9C6A38}" type="presParOf" srcId="{BA8824A1-E7AD-2E49-8291-F22707F0CEF9}" destId="{E9AD78D3-C8B8-4242-BA9C-0B521A8D1D1D}" srcOrd="22" destOrd="0" presId="urn:microsoft.com/office/officeart/2005/8/layout/radial1"/>
    <dgm:cxn modelId="{CA41FEFC-2D29-BF45-808A-8F3A05B22878}" type="presParOf" srcId="{BA8824A1-E7AD-2E49-8291-F22707F0CEF9}" destId="{2B4F5858-B868-2F43-88AF-F68C2A1DEC1E}" srcOrd="23" destOrd="0" presId="urn:microsoft.com/office/officeart/2005/8/layout/radial1"/>
    <dgm:cxn modelId="{2FF620C8-F30A-F448-AD03-55252B0E6E48}" type="presParOf" srcId="{2B4F5858-B868-2F43-88AF-F68C2A1DEC1E}" destId="{1C4EAEF4-1BE5-CE4D-B190-4342DF18BF7E}" srcOrd="0" destOrd="0" presId="urn:microsoft.com/office/officeart/2005/8/layout/radial1"/>
    <dgm:cxn modelId="{7F72315B-37DB-DB44-AB51-1B83AAF41912}" type="presParOf" srcId="{BA8824A1-E7AD-2E49-8291-F22707F0CEF9}" destId="{B21B4BA8-D513-784A-A1B5-19705808889E}" srcOrd="24"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EA608B4-3CA8-C849-919F-80D59DAE4993}" type="doc">
      <dgm:prSet loTypeId="urn:microsoft.com/office/officeart/2005/8/layout/venn1" loCatId="" qsTypeId="urn:microsoft.com/office/officeart/2005/8/quickstyle/simple1" qsCatId="simple" csTypeId="urn:microsoft.com/office/officeart/2005/8/colors/colorful5" csCatId="colorful" phldr="1"/>
      <dgm:spPr/>
    </dgm:pt>
    <dgm:pt modelId="{C329D502-89DD-3D47-AAE1-FCC52D1DF171}">
      <dgm:prSet phldrT="[文本]"/>
      <dgm:spPr/>
      <dgm:t>
        <a:bodyPr/>
        <a:lstStyle/>
        <a:p>
          <a:r>
            <a:rPr lang="zh-CN" altLang="en-US" dirty="0"/>
            <a:t>科技创新 核心</a:t>
          </a:r>
        </a:p>
      </dgm:t>
    </dgm:pt>
    <dgm:pt modelId="{47ACC740-312D-D14F-BC08-C683AB18A378}" type="parTrans" cxnId="{BB778F82-706E-6741-8AF5-53680058E868}">
      <dgm:prSet/>
      <dgm:spPr/>
      <dgm:t>
        <a:bodyPr/>
        <a:lstStyle/>
        <a:p>
          <a:endParaRPr lang="zh-CN" altLang="en-US"/>
        </a:p>
      </dgm:t>
    </dgm:pt>
    <dgm:pt modelId="{F55F011C-1CC7-DD48-8D86-1F5FDE559E97}" type="sibTrans" cxnId="{BB778F82-706E-6741-8AF5-53680058E868}">
      <dgm:prSet/>
      <dgm:spPr/>
      <dgm:t>
        <a:bodyPr/>
        <a:lstStyle/>
        <a:p>
          <a:endParaRPr lang="zh-CN" altLang="en-US"/>
        </a:p>
      </dgm:t>
    </dgm:pt>
    <dgm:pt modelId="{A088DDB3-D842-4E44-927D-53800BE4E4EB}">
      <dgm:prSet phldrT="[文本]"/>
      <dgm:spPr/>
      <dgm:t>
        <a:bodyPr/>
        <a:lstStyle/>
        <a:p>
          <a:r>
            <a:rPr lang="zh-CN" altLang="en-US" dirty="0"/>
            <a:t>科技产业制高点</a:t>
          </a:r>
        </a:p>
      </dgm:t>
    </dgm:pt>
    <dgm:pt modelId="{9BE7F995-DCCC-0F45-9017-29AA3D1B1E7A}" type="parTrans" cxnId="{3882B2EF-9090-544C-89BB-05AC3D9469A2}">
      <dgm:prSet/>
      <dgm:spPr/>
      <dgm:t>
        <a:bodyPr/>
        <a:lstStyle/>
        <a:p>
          <a:endParaRPr lang="zh-CN" altLang="en-US"/>
        </a:p>
      </dgm:t>
    </dgm:pt>
    <dgm:pt modelId="{F4779003-EDF8-234B-B75F-198C90B9C6E4}" type="sibTrans" cxnId="{3882B2EF-9090-544C-89BB-05AC3D9469A2}">
      <dgm:prSet/>
      <dgm:spPr/>
      <dgm:t>
        <a:bodyPr/>
        <a:lstStyle/>
        <a:p>
          <a:endParaRPr lang="zh-CN" altLang="en-US"/>
        </a:p>
      </dgm:t>
    </dgm:pt>
    <dgm:pt modelId="{87B6E601-E112-814C-A9E5-8D6F639B8389}">
      <dgm:prSet phldrT="[文本]"/>
      <dgm:spPr/>
      <dgm:t>
        <a:bodyPr/>
        <a:lstStyle/>
        <a:p>
          <a:r>
            <a:rPr lang="zh-CN" altLang="en-US" dirty="0"/>
            <a:t>未来科技</a:t>
          </a:r>
          <a:r>
            <a:rPr lang="zh-CN" altLang="en-US" dirty="0">
              <a:solidFill>
                <a:srgbClr val="FF0000"/>
              </a:solidFill>
            </a:rPr>
            <a:t>发展引擎</a:t>
          </a:r>
        </a:p>
      </dgm:t>
    </dgm:pt>
    <dgm:pt modelId="{DD849A72-5708-0B4E-AB56-0FD4E5301E1B}" type="parTrans" cxnId="{08635340-AD22-2F43-ACB8-5A108FC75902}">
      <dgm:prSet/>
      <dgm:spPr/>
      <dgm:t>
        <a:bodyPr/>
        <a:lstStyle/>
        <a:p>
          <a:endParaRPr lang="zh-CN" altLang="en-US"/>
        </a:p>
      </dgm:t>
    </dgm:pt>
    <dgm:pt modelId="{12C3BA25-F665-7545-9C3A-6BABBCE9D614}" type="sibTrans" cxnId="{08635340-AD22-2F43-ACB8-5A108FC75902}">
      <dgm:prSet/>
      <dgm:spPr/>
      <dgm:t>
        <a:bodyPr/>
        <a:lstStyle/>
        <a:p>
          <a:endParaRPr lang="zh-CN" altLang="en-US"/>
        </a:p>
      </dgm:t>
    </dgm:pt>
    <dgm:pt modelId="{35F26DF0-626C-DC40-8E99-32E1EEC64DD7}" type="pres">
      <dgm:prSet presAssocID="{8EA608B4-3CA8-C849-919F-80D59DAE4993}" presName="compositeShape" presStyleCnt="0">
        <dgm:presLayoutVars>
          <dgm:chMax val="7"/>
          <dgm:dir/>
          <dgm:resizeHandles val="exact"/>
        </dgm:presLayoutVars>
      </dgm:prSet>
      <dgm:spPr/>
    </dgm:pt>
    <dgm:pt modelId="{943E1CF4-9257-E843-9ED8-937682356E18}" type="pres">
      <dgm:prSet presAssocID="{C329D502-89DD-3D47-AAE1-FCC52D1DF171}" presName="circ1" presStyleLbl="vennNode1" presStyleIdx="0" presStyleCnt="3"/>
      <dgm:spPr/>
    </dgm:pt>
    <dgm:pt modelId="{1F1D6227-B47C-3A47-A1EE-38203609BD9A}" type="pres">
      <dgm:prSet presAssocID="{C329D502-89DD-3D47-AAE1-FCC52D1DF171}" presName="circ1Tx" presStyleLbl="revTx" presStyleIdx="0" presStyleCnt="0">
        <dgm:presLayoutVars>
          <dgm:chMax val="0"/>
          <dgm:chPref val="0"/>
          <dgm:bulletEnabled val="1"/>
        </dgm:presLayoutVars>
      </dgm:prSet>
      <dgm:spPr/>
    </dgm:pt>
    <dgm:pt modelId="{01FBF5AA-6892-304D-B2B8-C8D76E821F87}" type="pres">
      <dgm:prSet presAssocID="{A088DDB3-D842-4E44-927D-53800BE4E4EB}" presName="circ2" presStyleLbl="vennNode1" presStyleIdx="1" presStyleCnt="3"/>
      <dgm:spPr/>
    </dgm:pt>
    <dgm:pt modelId="{BD0A27BA-C8DE-6C4C-A7EC-FC25991456C5}" type="pres">
      <dgm:prSet presAssocID="{A088DDB3-D842-4E44-927D-53800BE4E4EB}" presName="circ2Tx" presStyleLbl="revTx" presStyleIdx="0" presStyleCnt="0">
        <dgm:presLayoutVars>
          <dgm:chMax val="0"/>
          <dgm:chPref val="0"/>
          <dgm:bulletEnabled val="1"/>
        </dgm:presLayoutVars>
      </dgm:prSet>
      <dgm:spPr/>
    </dgm:pt>
    <dgm:pt modelId="{B1C43B42-F71A-8144-BFFF-006BC6135965}" type="pres">
      <dgm:prSet presAssocID="{87B6E601-E112-814C-A9E5-8D6F639B8389}" presName="circ3" presStyleLbl="vennNode1" presStyleIdx="2" presStyleCnt="3"/>
      <dgm:spPr/>
    </dgm:pt>
    <dgm:pt modelId="{1FC17035-241C-234C-BBB0-B8E8DCF8552B}" type="pres">
      <dgm:prSet presAssocID="{87B6E601-E112-814C-A9E5-8D6F639B8389}" presName="circ3Tx" presStyleLbl="revTx" presStyleIdx="0" presStyleCnt="0">
        <dgm:presLayoutVars>
          <dgm:chMax val="0"/>
          <dgm:chPref val="0"/>
          <dgm:bulletEnabled val="1"/>
        </dgm:presLayoutVars>
      </dgm:prSet>
      <dgm:spPr/>
    </dgm:pt>
  </dgm:ptLst>
  <dgm:cxnLst>
    <dgm:cxn modelId="{17C9FC09-2CD5-754A-8D16-DC9FB2D67B1F}" type="presOf" srcId="{A088DDB3-D842-4E44-927D-53800BE4E4EB}" destId="{BD0A27BA-C8DE-6C4C-A7EC-FC25991456C5}" srcOrd="1" destOrd="0" presId="urn:microsoft.com/office/officeart/2005/8/layout/venn1"/>
    <dgm:cxn modelId="{0DBB6E25-23CC-3D46-A948-BC3ED2DCE272}" type="presOf" srcId="{C329D502-89DD-3D47-AAE1-FCC52D1DF171}" destId="{943E1CF4-9257-E843-9ED8-937682356E18}" srcOrd="0" destOrd="0" presId="urn:microsoft.com/office/officeart/2005/8/layout/venn1"/>
    <dgm:cxn modelId="{08635340-AD22-2F43-ACB8-5A108FC75902}" srcId="{8EA608B4-3CA8-C849-919F-80D59DAE4993}" destId="{87B6E601-E112-814C-A9E5-8D6F639B8389}" srcOrd="2" destOrd="0" parTransId="{DD849A72-5708-0B4E-AB56-0FD4E5301E1B}" sibTransId="{12C3BA25-F665-7545-9C3A-6BABBCE9D614}"/>
    <dgm:cxn modelId="{4254804E-A28A-724B-981C-51374370F64F}" type="presOf" srcId="{87B6E601-E112-814C-A9E5-8D6F639B8389}" destId="{B1C43B42-F71A-8144-BFFF-006BC6135965}" srcOrd="0" destOrd="0" presId="urn:microsoft.com/office/officeart/2005/8/layout/venn1"/>
    <dgm:cxn modelId="{7DDC2D77-5211-AC4F-8F1F-4C9FD05B7A08}" type="presOf" srcId="{8EA608B4-3CA8-C849-919F-80D59DAE4993}" destId="{35F26DF0-626C-DC40-8E99-32E1EEC64DD7}" srcOrd="0" destOrd="0" presId="urn:microsoft.com/office/officeart/2005/8/layout/venn1"/>
    <dgm:cxn modelId="{5D5ECE7F-1F1C-5247-836F-8F71C7897849}" type="presOf" srcId="{C329D502-89DD-3D47-AAE1-FCC52D1DF171}" destId="{1F1D6227-B47C-3A47-A1EE-38203609BD9A}" srcOrd="1" destOrd="0" presId="urn:microsoft.com/office/officeart/2005/8/layout/venn1"/>
    <dgm:cxn modelId="{BB778F82-706E-6741-8AF5-53680058E868}" srcId="{8EA608B4-3CA8-C849-919F-80D59DAE4993}" destId="{C329D502-89DD-3D47-AAE1-FCC52D1DF171}" srcOrd="0" destOrd="0" parTransId="{47ACC740-312D-D14F-BC08-C683AB18A378}" sibTransId="{F55F011C-1CC7-DD48-8D86-1F5FDE559E97}"/>
    <dgm:cxn modelId="{53491D8F-57F8-CA46-8945-3EA0B1A13762}" type="presOf" srcId="{A088DDB3-D842-4E44-927D-53800BE4E4EB}" destId="{01FBF5AA-6892-304D-B2B8-C8D76E821F87}" srcOrd="0" destOrd="0" presId="urn:microsoft.com/office/officeart/2005/8/layout/venn1"/>
    <dgm:cxn modelId="{155479A4-E46B-5446-881A-FDD8B2C8489E}" type="presOf" srcId="{87B6E601-E112-814C-A9E5-8D6F639B8389}" destId="{1FC17035-241C-234C-BBB0-B8E8DCF8552B}" srcOrd="1" destOrd="0" presId="urn:microsoft.com/office/officeart/2005/8/layout/venn1"/>
    <dgm:cxn modelId="{3882B2EF-9090-544C-89BB-05AC3D9469A2}" srcId="{8EA608B4-3CA8-C849-919F-80D59DAE4993}" destId="{A088DDB3-D842-4E44-927D-53800BE4E4EB}" srcOrd="1" destOrd="0" parTransId="{9BE7F995-DCCC-0F45-9017-29AA3D1B1E7A}" sibTransId="{F4779003-EDF8-234B-B75F-198C90B9C6E4}"/>
    <dgm:cxn modelId="{01B7845E-E66E-9C4A-8E9D-0D5C8F7F48F5}" type="presParOf" srcId="{35F26DF0-626C-DC40-8E99-32E1EEC64DD7}" destId="{943E1CF4-9257-E843-9ED8-937682356E18}" srcOrd="0" destOrd="0" presId="urn:microsoft.com/office/officeart/2005/8/layout/venn1"/>
    <dgm:cxn modelId="{91EB21B1-C1F0-A048-A849-03F16B2A947B}" type="presParOf" srcId="{35F26DF0-626C-DC40-8E99-32E1EEC64DD7}" destId="{1F1D6227-B47C-3A47-A1EE-38203609BD9A}" srcOrd="1" destOrd="0" presId="urn:microsoft.com/office/officeart/2005/8/layout/venn1"/>
    <dgm:cxn modelId="{F9E351D6-3AC8-7345-B7BE-A6F01EC8380E}" type="presParOf" srcId="{35F26DF0-626C-DC40-8E99-32E1EEC64DD7}" destId="{01FBF5AA-6892-304D-B2B8-C8D76E821F87}" srcOrd="2" destOrd="0" presId="urn:microsoft.com/office/officeart/2005/8/layout/venn1"/>
    <dgm:cxn modelId="{BEE4C7D1-B583-C547-BC70-308F840FA7F2}" type="presParOf" srcId="{35F26DF0-626C-DC40-8E99-32E1EEC64DD7}" destId="{BD0A27BA-C8DE-6C4C-A7EC-FC25991456C5}" srcOrd="3" destOrd="0" presId="urn:microsoft.com/office/officeart/2005/8/layout/venn1"/>
    <dgm:cxn modelId="{987ABA52-D788-4244-9407-14F5104AC704}" type="presParOf" srcId="{35F26DF0-626C-DC40-8E99-32E1EEC64DD7}" destId="{B1C43B42-F71A-8144-BFFF-006BC6135965}" srcOrd="4" destOrd="0" presId="urn:microsoft.com/office/officeart/2005/8/layout/venn1"/>
    <dgm:cxn modelId="{EC36BB8C-9362-3E4F-B69C-AEE03DE78602}" type="presParOf" srcId="{35F26DF0-626C-DC40-8E99-32E1EEC64DD7}" destId="{1FC17035-241C-234C-BBB0-B8E8DCF8552B}" srcOrd="5" destOrd="0" presId="urn:microsoft.com/office/officeart/2005/8/layout/venn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45FFBC0-EBCE-E14C-8BB3-DD6B14F60EC4}" type="doc">
      <dgm:prSet loTypeId="urn:microsoft.com/office/officeart/2005/8/layout/pyramid1" loCatId="" qsTypeId="urn:microsoft.com/office/officeart/2005/8/quickstyle/3d2" qsCatId="3D" csTypeId="urn:microsoft.com/office/officeart/2005/8/colors/colorful1" csCatId="colorful" phldr="1"/>
      <dgm:spPr/>
    </dgm:pt>
    <dgm:pt modelId="{E36CA85B-980A-6744-86AF-4EAF139A5C82}">
      <dgm:prSet phldrT="[文本]" custT="1"/>
      <dgm:spPr>
        <a:solidFill>
          <a:schemeClr val="accent6"/>
        </a:solidFill>
      </dgm:spPr>
      <dgm:t>
        <a:bodyPr/>
        <a:lstStyle/>
        <a:p>
          <a:endParaRPr lang="en-US" altLang="zh-CN" sz="2000" dirty="0">
            <a:latin typeface="KaiTi" panose="02010609060101010101" pitchFamily="49" charset="-122"/>
            <a:ea typeface="KaiTi" panose="02010609060101010101" pitchFamily="49" charset="-122"/>
          </a:endParaRPr>
        </a:p>
        <a:p>
          <a:r>
            <a:rPr lang="zh-CN" altLang="en-US" sz="2000" dirty="0">
              <a:latin typeface="KaiTi" panose="02010609060101010101" pitchFamily="49" charset="-122"/>
              <a:ea typeface="KaiTi" panose="02010609060101010101" pitchFamily="49" charset="-122"/>
            </a:rPr>
            <a:t>模拟</a:t>
          </a:r>
          <a:endParaRPr lang="en-US" altLang="zh-CN" sz="2000" dirty="0">
            <a:latin typeface="KaiTi" panose="02010609060101010101" pitchFamily="49" charset="-122"/>
            <a:ea typeface="KaiTi" panose="02010609060101010101" pitchFamily="49" charset="-122"/>
          </a:endParaRPr>
        </a:p>
        <a:p>
          <a:r>
            <a:rPr lang="zh-CN" altLang="en-US" sz="2000" dirty="0">
              <a:latin typeface="KaiTi" panose="02010609060101010101" pitchFamily="49" charset="-122"/>
              <a:ea typeface="KaiTi" panose="02010609060101010101" pitchFamily="49" charset="-122"/>
            </a:rPr>
            <a:t>训练</a:t>
          </a:r>
        </a:p>
      </dgm:t>
    </dgm:pt>
    <dgm:pt modelId="{293C0FFA-DABE-9442-9899-547C6ACF44B2}" type="parTrans" cxnId="{B5D18857-7043-BF42-9F00-81FE8594328F}">
      <dgm:prSet/>
      <dgm:spPr/>
      <dgm:t>
        <a:bodyPr/>
        <a:lstStyle/>
        <a:p>
          <a:endParaRPr lang="zh-CN" altLang="en-US"/>
        </a:p>
      </dgm:t>
    </dgm:pt>
    <dgm:pt modelId="{44600151-7894-B34D-B72F-77446CBE488A}" type="sibTrans" cxnId="{B5D18857-7043-BF42-9F00-81FE8594328F}">
      <dgm:prSet/>
      <dgm:spPr/>
      <dgm:t>
        <a:bodyPr/>
        <a:lstStyle/>
        <a:p>
          <a:endParaRPr lang="zh-CN" altLang="en-US"/>
        </a:p>
      </dgm:t>
    </dgm:pt>
    <dgm:pt modelId="{BAFB770B-8B23-6043-9947-BD2279F5C7BF}">
      <dgm:prSet phldrT="[文本]" custT="1"/>
      <dgm:spPr/>
      <dgm:t>
        <a:bodyPr/>
        <a:lstStyle/>
        <a:p>
          <a:r>
            <a:rPr lang="zh-CN" altLang="en-US" sz="2000" dirty="0">
              <a:latin typeface="KaiTi" panose="02010609060101010101" pitchFamily="49" charset="-122"/>
              <a:ea typeface="KaiTi" panose="02010609060101010101" pitchFamily="49" charset="-122"/>
            </a:rPr>
            <a:t>数学模型</a:t>
          </a:r>
        </a:p>
      </dgm:t>
    </dgm:pt>
    <dgm:pt modelId="{6312DBF6-C993-454E-A189-97087B26BE6B}" type="parTrans" cxnId="{A1B20FA4-EEF0-BE47-8969-3F310D2FF28C}">
      <dgm:prSet/>
      <dgm:spPr/>
      <dgm:t>
        <a:bodyPr/>
        <a:lstStyle/>
        <a:p>
          <a:endParaRPr lang="zh-CN" altLang="en-US"/>
        </a:p>
      </dgm:t>
    </dgm:pt>
    <dgm:pt modelId="{69BE8ED8-2792-784D-AF24-4DCCAFAE6ADA}" type="sibTrans" cxnId="{A1B20FA4-EEF0-BE47-8969-3F310D2FF28C}">
      <dgm:prSet/>
      <dgm:spPr/>
      <dgm:t>
        <a:bodyPr/>
        <a:lstStyle/>
        <a:p>
          <a:endParaRPr lang="zh-CN" altLang="en-US"/>
        </a:p>
      </dgm:t>
    </dgm:pt>
    <dgm:pt modelId="{6B7E6892-A91F-E94F-8B4E-67DE5CC9D54B}">
      <dgm:prSet phldrT="[文本]" custT="1"/>
      <dgm:spPr>
        <a:solidFill>
          <a:srgbClr val="C00000"/>
        </a:solidFill>
      </dgm:spPr>
      <dgm:t>
        <a:bodyPr/>
        <a:lstStyle/>
        <a:p>
          <a:r>
            <a:rPr lang="zh-CN" altLang="en-US" sz="2000" dirty="0">
              <a:latin typeface="KaiTi" panose="02010609060101010101" pitchFamily="49" charset="-122"/>
              <a:ea typeface="KaiTi" panose="02010609060101010101" pitchFamily="49" charset="-122"/>
            </a:rPr>
            <a:t>底层基础算法</a:t>
          </a:r>
        </a:p>
      </dgm:t>
    </dgm:pt>
    <dgm:pt modelId="{4419542D-7EAF-C149-A239-8D34AE5230F2}" type="parTrans" cxnId="{528DF2CE-3A70-544C-8C1F-E4EF9D8EF7AB}">
      <dgm:prSet/>
      <dgm:spPr/>
      <dgm:t>
        <a:bodyPr/>
        <a:lstStyle/>
        <a:p>
          <a:endParaRPr lang="zh-CN" altLang="en-US"/>
        </a:p>
      </dgm:t>
    </dgm:pt>
    <dgm:pt modelId="{43D3C378-0A2D-3F4E-ADAB-994076DFC2A0}" type="sibTrans" cxnId="{528DF2CE-3A70-544C-8C1F-E4EF9D8EF7AB}">
      <dgm:prSet/>
      <dgm:spPr/>
      <dgm:t>
        <a:bodyPr/>
        <a:lstStyle/>
        <a:p>
          <a:endParaRPr lang="zh-CN" altLang="en-US"/>
        </a:p>
      </dgm:t>
    </dgm:pt>
    <dgm:pt modelId="{84C605CF-3B2B-6740-B9C5-C6E7039EB935}">
      <dgm:prSet phldrT="[文本]" custT="1"/>
      <dgm:spPr>
        <a:solidFill>
          <a:schemeClr val="accent5"/>
        </a:solidFill>
      </dgm:spPr>
      <dgm:t>
        <a:bodyPr/>
        <a:lstStyle/>
        <a:p>
          <a:r>
            <a:rPr lang="zh-CN" altLang="en-US" sz="2000" dirty="0">
              <a:latin typeface="KaiTi" panose="02010609060101010101" pitchFamily="49" charset="-122"/>
              <a:ea typeface="KaiTi" panose="02010609060101010101" pitchFamily="49" charset="-122"/>
            </a:rPr>
            <a:t>算法设计</a:t>
          </a:r>
        </a:p>
      </dgm:t>
    </dgm:pt>
    <dgm:pt modelId="{F7F3AB8F-523A-A345-A7BD-80FD240E87CF}" type="parTrans" cxnId="{D4E09FCF-9B9B-FE45-8890-146D4D928A67}">
      <dgm:prSet/>
      <dgm:spPr/>
      <dgm:t>
        <a:bodyPr/>
        <a:lstStyle/>
        <a:p>
          <a:endParaRPr lang="zh-CN" altLang="en-US"/>
        </a:p>
      </dgm:t>
    </dgm:pt>
    <dgm:pt modelId="{ED7B7C94-916B-0744-A003-A0F7F0CCB04A}" type="sibTrans" cxnId="{D4E09FCF-9B9B-FE45-8890-146D4D928A67}">
      <dgm:prSet/>
      <dgm:spPr/>
      <dgm:t>
        <a:bodyPr/>
        <a:lstStyle/>
        <a:p>
          <a:endParaRPr lang="zh-CN" altLang="en-US"/>
        </a:p>
      </dgm:t>
    </dgm:pt>
    <dgm:pt modelId="{453CE4C9-FC1F-814E-B63B-3EE9990D1CF7}" type="pres">
      <dgm:prSet presAssocID="{A45FFBC0-EBCE-E14C-8BB3-DD6B14F60EC4}" presName="Name0" presStyleCnt="0">
        <dgm:presLayoutVars>
          <dgm:dir/>
          <dgm:animLvl val="lvl"/>
          <dgm:resizeHandles val="exact"/>
        </dgm:presLayoutVars>
      </dgm:prSet>
      <dgm:spPr/>
    </dgm:pt>
    <dgm:pt modelId="{0073976A-F6F1-1043-8331-718C4513B8E3}" type="pres">
      <dgm:prSet presAssocID="{E36CA85B-980A-6744-86AF-4EAF139A5C82}" presName="Name8" presStyleCnt="0"/>
      <dgm:spPr/>
    </dgm:pt>
    <dgm:pt modelId="{7DC7021F-FA69-E94E-9BD1-770AE559F435}" type="pres">
      <dgm:prSet presAssocID="{E36CA85B-980A-6744-86AF-4EAF139A5C82}" presName="level" presStyleLbl="node1" presStyleIdx="0" presStyleCnt="4" custScaleY="168738">
        <dgm:presLayoutVars>
          <dgm:chMax val="1"/>
          <dgm:bulletEnabled val="1"/>
        </dgm:presLayoutVars>
      </dgm:prSet>
      <dgm:spPr/>
    </dgm:pt>
    <dgm:pt modelId="{6FA145CE-169A-FA49-BC9F-89A58B4518DF}" type="pres">
      <dgm:prSet presAssocID="{E36CA85B-980A-6744-86AF-4EAF139A5C82}" presName="levelTx" presStyleLbl="revTx" presStyleIdx="0" presStyleCnt="0">
        <dgm:presLayoutVars>
          <dgm:chMax val="1"/>
          <dgm:bulletEnabled val="1"/>
        </dgm:presLayoutVars>
      </dgm:prSet>
      <dgm:spPr/>
    </dgm:pt>
    <dgm:pt modelId="{CAB6C4CF-792C-0D45-8DA6-A3C715AC4788}" type="pres">
      <dgm:prSet presAssocID="{84C605CF-3B2B-6740-B9C5-C6E7039EB935}" presName="Name8" presStyleCnt="0"/>
      <dgm:spPr/>
    </dgm:pt>
    <dgm:pt modelId="{6BB25BFB-88FA-0A4A-9E38-10CDE7834C34}" type="pres">
      <dgm:prSet presAssocID="{84C605CF-3B2B-6740-B9C5-C6E7039EB935}" presName="level" presStyleLbl="node1" presStyleIdx="1" presStyleCnt="4">
        <dgm:presLayoutVars>
          <dgm:chMax val="1"/>
          <dgm:bulletEnabled val="1"/>
        </dgm:presLayoutVars>
      </dgm:prSet>
      <dgm:spPr/>
    </dgm:pt>
    <dgm:pt modelId="{7F213455-8409-8F41-AA67-97BFE5D933E7}" type="pres">
      <dgm:prSet presAssocID="{84C605CF-3B2B-6740-B9C5-C6E7039EB935}" presName="levelTx" presStyleLbl="revTx" presStyleIdx="0" presStyleCnt="0">
        <dgm:presLayoutVars>
          <dgm:chMax val="1"/>
          <dgm:bulletEnabled val="1"/>
        </dgm:presLayoutVars>
      </dgm:prSet>
      <dgm:spPr/>
    </dgm:pt>
    <dgm:pt modelId="{C214D6D7-5A7C-C047-A4C1-02445DAA71F4}" type="pres">
      <dgm:prSet presAssocID="{BAFB770B-8B23-6043-9947-BD2279F5C7BF}" presName="Name8" presStyleCnt="0"/>
      <dgm:spPr/>
    </dgm:pt>
    <dgm:pt modelId="{F7830525-9817-114E-892B-30D272A250AD}" type="pres">
      <dgm:prSet presAssocID="{BAFB770B-8B23-6043-9947-BD2279F5C7BF}" presName="level" presStyleLbl="node1" presStyleIdx="2" presStyleCnt="4">
        <dgm:presLayoutVars>
          <dgm:chMax val="1"/>
          <dgm:bulletEnabled val="1"/>
        </dgm:presLayoutVars>
      </dgm:prSet>
      <dgm:spPr/>
    </dgm:pt>
    <dgm:pt modelId="{8502EE23-E4F6-7F4A-8C9D-9D4B216448E4}" type="pres">
      <dgm:prSet presAssocID="{BAFB770B-8B23-6043-9947-BD2279F5C7BF}" presName="levelTx" presStyleLbl="revTx" presStyleIdx="0" presStyleCnt="0">
        <dgm:presLayoutVars>
          <dgm:chMax val="1"/>
          <dgm:bulletEnabled val="1"/>
        </dgm:presLayoutVars>
      </dgm:prSet>
      <dgm:spPr/>
    </dgm:pt>
    <dgm:pt modelId="{CE1A41E9-C068-4449-9FDA-01AF0A2AC560}" type="pres">
      <dgm:prSet presAssocID="{6B7E6892-A91F-E94F-8B4E-67DE5CC9D54B}" presName="Name8" presStyleCnt="0"/>
      <dgm:spPr/>
    </dgm:pt>
    <dgm:pt modelId="{9AB16547-86F7-4243-AF56-2CC4BF49295B}" type="pres">
      <dgm:prSet presAssocID="{6B7E6892-A91F-E94F-8B4E-67DE5CC9D54B}" presName="level" presStyleLbl="node1" presStyleIdx="3" presStyleCnt="4">
        <dgm:presLayoutVars>
          <dgm:chMax val="1"/>
          <dgm:bulletEnabled val="1"/>
        </dgm:presLayoutVars>
      </dgm:prSet>
      <dgm:spPr/>
    </dgm:pt>
    <dgm:pt modelId="{704ED9DB-EC1B-4743-B4D4-01D1B73438ED}" type="pres">
      <dgm:prSet presAssocID="{6B7E6892-A91F-E94F-8B4E-67DE5CC9D54B}" presName="levelTx" presStyleLbl="revTx" presStyleIdx="0" presStyleCnt="0">
        <dgm:presLayoutVars>
          <dgm:chMax val="1"/>
          <dgm:bulletEnabled val="1"/>
        </dgm:presLayoutVars>
      </dgm:prSet>
      <dgm:spPr/>
    </dgm:pt>
  </dgm:ptLst>
  <dgm:cxnLst>
    <dgm:cxn modelId="{BBC33B02-163F-6D41-988E-55C9C683EC45}" type="presOf" srcId="{84C605CF-3B2B-6740-B9C5-C6E7039EB935}" destId="{7F213455-8409-8F41-AA67-97BFE5D933E7}" srcOrd="1" destOrd="0" presId="urn:microsoft.com/office/officeart/2005/8/layout/pyramid1"/>
    <dgm:cxn modelId="{206DC610-7929-3E47-9AE3-D206EFD2BC23}" type="presOf" srcId="{6B7E6892-A91F-E94F-8B4E-67DE5CC9D54B}" destId="{9AB16547-86F7-4243-AF56-2CC4BF49295B}" srcOrd="0" destOrd="0" presId="urn:microsoft.com/office/officeart/2005/8/layout/pyramid1"/>
    <dgm:cxn modelId="{943FBB14-2D86-5545-8208-65699EBAE242}" type="presOf" srcId="{A45FFBC0-EBCE-E14C-8BB3-DD6B14F60EC4}" destId="{453CE4C9-FC1F-814E-B63B-3EE9990D1CF7}" srcOrd="0" destOrd="0" presId="urn:microsoft.com/office/officeart/2005/8/layout/pyramid1"/>
    <dgm:cxn modelId="{B5D18857-7043-BF42-9F00-81FE8594328F}" srcId="{A45FFBC0-EBCE-E14C-8BB3-DD6B14F60EC4}" destId="{E36CA85B-980A-6744-86AF-4EAF139A5C82}" srcOrd="0" destOrd="0" parTransId="{293C0FFA-DABE-9442-9899-547C6ACF44B2}" sibTransId="{44600151-7894-B34D-B72F-77446CBE488A}"/>
    <dgm:cxn modelId="{C24BE18A-84B6-974F-9206-6790CB8A1C78}" type="presOf" srcId="{BAFB770B-8B23-6043-9947-BD2279F5C7BF}" destId="{8502EE23-E4F6-7F4A-8C9D-9D4B216448E4}" srcOrd="1" destOrd="0" presId="urn:microsoft.com/office/officeart/2005/8/layout/pyramid1"/>
    <dgm:cxn modelId="{4FB51B90-92E1-6B4E-AE64-8E64685A92C5}" type="presOf" srcId="{E36CA85B-980A-6744-86AF-4EAF139A5C82}" destId="{6FA145CE-169A-FA49-BC9F-89A58B4518DF}" srcOrd="1" destOrd="0" presId="urn:microsoft.com/office/officeart/2005/8/layout/pyramid1"/>
    <dgm:cxn modelId="{A17C8091-B5CB-EB41-ACA2-E28A4D2AE3EA}" type="presOf" srcId="{E36CA85B-980A-6744-86AF-4EAF139A5C82}" destId="{7DC7021F-FA69-E94E-9BD1-770AE559F435}" srcOrd="0" destOrd="0" presId="urn:microsoft.com/office/officeart/2005/8/layout/pyramid1"/>
    <dgm:cxn modelId="{A1B20FA4-EEF0-BE47-8969-3F310D2FF28C}" srcId="{A45FFBC0-EBCE-E14C-8BB3-DD6B14F60EC4}" destId="{BAFB770B-8B23-6043-9947-BD2279F5C7BF}" srcOrd="2" destOrd="0" parTransId="{6312DBF6-C993-454E-A189-97087B26BE6B}" sibTransId="{69BE8ED8-2792-784D-AF24-4DCCAFAE6ADA}"/>
    <dgm:cxn modelId="{009D6AB5-8824-5C49-9A22-1CB7BCBDE4EF}" type="presOf" srcId="{84C605CF-3B2B-6740-B9C5-C6E7039EB935}" destId="{6BB25BFB-88FA-0A4A-9E38-10CDE7834C34}" srcOrd="0" destOrd="0" presId="urn:microsoft.com/office/officeart/2005/8/layout/pyramid1"/>
    <dgm:cxn modelId="{8EBCEEC9-672F-814F-9DAD-46CC38A0EBD2}" type="presOf" srcId="{6B7E6892-A91F-E94F-8B4E-67DE5CC9D54B}" destId="{704ED9DB-EC1B-4743-B4D4-01D1B73438ED}" srcOrd="1" destOrd="0" presId="urn:microsoft.com/office/officeart/2005/8/layout/pyramid1"/>
    <dgm:cxn modelId="{528DF2CE-3A70-544C-8C1F-E4EF9D8EF7AB}" srcId="{A45FFBC0-EBCE-E14C-8BB3-DD6B14F60EC4}" destId="{6B7E6892-A91F-E94F-8B4E-67DE5CC9D54B}" srcOrd="3" destOrd="0" parTransId="{4419542D-7EAF-C149-A239-8D34AE5230F2}" sibTransId="{43D3C378-0A2D-3F4E-ADAB-994076DFC2A0}"/>
    <dgm:cxn modelId="{D4E09FCF-9B9B-FE45-8890-146D4D928A67}" srcId="{A45FFBC0-EBCE-E14C-8BB3-DD6B14F60EC4}" destId="{84C605CF-3B2B-6740-B9C5-C6E7039EB935}" srcOrd="1" destOrd="0" parTransId="{F7F3AB8F-523A-A345-A7BD-80FD240E87CF}" sibTransId="{ED7B7C94-916B-0744-A003-A0F7F0CCB04A}"/>
    <dgm:cxn modelId="{7ABB9DFC-4CBF-4642-B0B1-CFD7D8614BB9}" type="presOf" srcId="{BAFB770B-8B23-6043-9947-BD2279F5C7BF}" destId="{F7830525-9817-114E-892B-30D272A250AD}" srcOrd="0" destOrd="0" presId="urn:microsoft.com/office/officeart/2005/8/layout/pyramid1"/>
    <dgm:cxn modelId="{38D5C5E7-E22A-6C4A-B9B1-370B4EF313B3}" type="presParOf" srcId="{453CE4C9-FC1F-814E-B63B-3EE9990D1CF7}" destId="{0073976A-F6F1-1043-8331-718C4513B8E3}" srcOrd="0" destOrd="0" presId="urn:microsoft.com/office/officeart/2005/8/layout/pyramid1"/>
    <dgm:cxn modelId="{789A9684-4176-3847-BDED-2E68D51ECBA6}" type="presParOf" srcId="{0073976A-F6F1-1043-8331-718C4513B8E3}" destId="{7DC7021F-FA69-E94E-9BD1-770AE559F435}" srcOrd="0" destOrd="0" presId="urn:microsoft.com/office/officeart/2005/8/layout/pyramid1"/>
    <dgm:cxn modelId="{BCDE7C0C-6148-9A44-988C-758C981CEF8D}" type="presParOf" srcId="{0073976A-F6F1-1043-8331-718C4513B8E3}" destId="{6FA145CE-169A-FA49-BC9F-89A58B4518DF}" srcOrd="1" destOrd="0" presId="urn:microsoft.com/office/officeart/2005/8/layout/pyramid1"/>
    <dgm:cxn modelId="{A6E00B69-F4BE-8344-AB09-3042631BC319}" type="presParOf" srcId="{453CE4C9-FC1F-814E-B63B-3EE9990D1CF7}" destId="{CAB6C4CF-792C-0D45-8DA6-A3C715AC4788}" srcOrd="1" destOrd="0" presId="urn:microsoft.com/office/officeart/2005/8/layout/pyramid1"/>
    <dgm:cxn modelId="{A9EAF988-2335-BB49-A824-FA7CC8CF9F0D}" type="presParOf" srcId="{CAB6C4CF-792C-0D45-8DA6-A3C715AC4788}" destId="{6BB25BFB-88FA-0A4A-9E38-10CDE7834C34}" srcOrd="0" destOrd="0" presId="urn:microsoft.com/office/officeart/2005/8/layout/pyramid1"/>
    <dgm:cxn modelId="{772E03C6-90D0-F742-B23B-6B18D1E76CE2}" type="presParOf" srcId="{CAB6C4CF-792C-0D45-8DA6-A3C715AC4788}" destId="{7F213455-8409-8F41-AA67-97BFE5D933E7}" srcOrd="1" destOrd="0" presId="urn:microsoft.com/office/officeart/2005/8/layout/pyramid1"/>
    <dgm:cxn modelId="{3359DB1D-BE15-2142-85C4-47E7DA457117}" type="presParOf" srcId="{453CE4C9-FC1F-814E-B63B-3EE9990D1CF7}" destId="{C214D6D7-5A7C-C047-A4C1-02445DAA71F4}" srcOrd="2" destOrd="0" presId="urn:microsoft.com/office/officeart/2005/8/layout/pyramid1"/>
    <dgm:cxn modelId="{78C86011-87E2-8C47-9B5D-03E3920D04CA}" type="presParOf" srcId="{C214D6D7-5A7C-C047-A4C1-02445DAA71F4}" destId="{F7830525-9817-114E-892B-30D272A250AD}" srcOrd="0" destOrd="0" presId="urn:microsoft.com/office/officeart/2005/8/layout/pyramid1"/>
    <dgm:cxn modelId="{60B2E354-C493-B643-8D0D-C81E00E05A9E}" type="presParOf" srcId="{C214D6D7-5A7C-C047-A4C1-02445DAA71F4}" destId="{8502EE23-E4F6-7F4A-8C9D-9D4B216448E4}" srcOrd="1" destOrd="0" presId="urn:microsoft.com/office/officeart/2005/8/layout/pyramid1"/>
    <dgm:cxn modelId="{9B1ABA02-D8A5-0C4F-8338-C13D61626066}" type="presParOf" srcId="{453CE4C9-FC1F-814E-B63B-3EE9990D1CF7}" destId="{CE1A41E9-C068-4449-9FDA-01AF0A2AC560}" srcOrd="3" destOrd="0" presId="urn:microsoft.com/office/officeart/2005/8/layout/pyramid1"/>
    <dgm:cxn modelId="{1F7C6637-D80B-D244-AF5D-7E55B1FAFDB7}" type="presParOf" srcId="{CE1A41E9-C068-4449-9FDA-01AF0A2AC560}" destId="{9AB16547-86F7-4243-AF56-2CC4BF49295B}" srcOrd="0" destOrd="0" presId="urn:microsoft.com/office/officeart/2005/8/layout/pyramid1"/>
    <dgm:cxn modelId="{9DBCD49A-F7F9-4B48-8ED4-20A9E4981734}" type="presParOf" srcId="{CE1A41E9-C068-4449-9FDA-01AF0A2AC560}" destId="{704ED9DB-EC1B-4743-B4D4-01D1B73438ED}"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DEEB1B4-3A2D-3944-9D69-22608069DC05}" type="doc">
      <dgm:prSet loTypeId="urn:microsoft.com/office/officeart/2005/8/layout/vList5" loCatId="" qsTypeId="urn:microsoft.com/office/officeart/2005/8/quickstyle/3d3" qsCatId="3D" csTypeId="urn:microsoft.com/office/officeart/2005/8/colors/colorful5" csCatId="colorful" phldr="1"/>
      <dgm:spPr/>
      <dgm:t>
        <a:bodyPr/>
        <a:lstStyle/>
        <a:p>
          <a:endParaRPr lang="zh-CN" altLang="en-US"/>
        </a:p>
      </dgm:t>
    </dgm:pt>
    <dgm:pt modelId="{7A9FC50F-82F7-B743-BD6E-AAE44629581B}">
      <dgm:prSet phldrT="[文本]"/>
      <dgm:spPr/>
      <dgm:t>
        <a:bodyPr/>
        <a:lstStyle/>
        <a:p>
          <a:pPr algn="ctr"/>
          <a:r>
            <a:rPr lang="zh-CN" altLang="en-US" dirty="0">
              <a:latin typeface="KaiTi" panose="02010609060101010101" pitchFamily="49" charset="-122"/>
              <a:ea typeface="KaiTi" panose="02010609060101010101" pitchFamily="49" charset="-122"/>
              <a:cs typeface="Times New Roman" panose="02020603050405020304" pitchFamily="18" charset="0"/>
            </a:rPr>
            <a:t>情</a:t>
          </a:r>
        </a:p>
      </dgm:t>
    </dgm:pt>
    <dgm:pt modelId="{B920610D-C93F-9643-92A9-092077AF659A}" type="parTrans" cxnId="{8520A08F-AA22-9148-82E9-2114D8501328}">
      <dgm:prSet/>
      <dgm:spPr/>
      <dgm:t>
        <a:bodyPr/>
        <a:lstStyle/>
        <a:p>
          <a:endParaRPr lang="zh-CN" altLang="en-US"/>
        </a:p>
      </dgm:t>
    </dgm:pt>
    <dgm:pt modelId="{23AD601F-B97A-714B-B43B-21260F4C9C48}" type="sibTrans" cxnId="{8520A08F-AA22-9148-82E9-2114D8501328}">
      <dgm:prSet/>
      <dgm:spPr/>
      <dgm:t>
        <a:bodyPr/>
        <a:lstStyle/>
        <a:p>
          <a:endParaRPr lang="zh-CN" altLang="en-US"/>
        </a:p>
      </dgm:t>
    </dgm:pt>
    <dgm:pt modelId="{68465EC6-DBEC-0E45-A6DB-0677FDBDDC96}">
      <dgm:prSet phldrT="[文本]"/>
      <dgm:spPr/>
      <dgm:t>
        <a:bodyPr/>
        <a:lstStyle/>
        <a:p>
          <a:pPr algn="ctr"/>
          <a:r>
            <a:rPr lang="zh-CN" altLang="en-US" dirty="0">
              <a:latin typeface="KaiTi" panose="02010609060101010101" pitchFamily="49" charset="-122"/>
              <a:ea typeface="KaiTi" panose="02010609060101010101" pitchFamily="49" charset="-122"/>
              <a:cs typeface="Times New Roman" panose="02020603050405020304" pitchFamily="18" charset="0"/>
            </a:rPr>
            <a:t>学</a:t>
          </a:r>
        </a:p>
      </dgm:t>
    </dgm:pt>
    <dgm:pt modelId="{8302E8BB-566D-B24E-903D-8B7BBEBEF2E7}" type="parTrans" cxnId="{9EB5D05D-DFCD-F64E-A5D8-B84C48C90EF4}">
      <dgm:prSet/>
      <dgm:spPr/>
      <dgm:t>
        <a:bodyPr/>
        <a:lstStyle/>
        <a:p>
          <a:endParaRPr lang="zh-CN" altLang="en-US"/>
        </a:p>
      </dgm:t>
    </dgm:pt>
    <dgm:pt modelId="{89C3AA7E-7DFD-9A4B-AE85-D95DFBA270DB}" type="sibTrans" cxnId="{9EB5D05D-DFCD-F64E-A5D8-B84C48C90EF4}">
      <dgm:prSet/>
      <dgm:spPr/>
      <dgm:t>
        <a:bodyPr/>
        <a:lstStyle/>
        <a:p>
          <a:endParaRPr lang="zh-CN" altLang="en-US"/>
        </a:p>
      </dgm:t>
    </dgm:pt>
    <dgm:pt modelId="{8003F988-6A31-C940-AD48-37C97CB8B9C5}">
      <dgm:prSet phldrT="[文本]"/>
      <dgm:spPr/>
      <dgm:t>
        <a:bodyPr/>
        <a:lstStyle/>
        <a:p>
          <a:pPr algn="l">
            <a:buFont typeface="+mj-lt"/>
            <a:buNone/>
          </a:pPr>
          <a:r>
            <a:rPr lang="zh-CN" altLang="en-US" b="1" dirty="0">
              <a:latin typeface="KaiTi" panose="02010609060101010101" pitchFamily="49" charset="-122"/>
              <a:ea typeface="KaiTi" panose="02010609060101010101" pitchFamily="49" charset="-122"/>
            </a:rPr>
            <a:t>  </a:t>
          </a:r>
          <a:r>
            <a:rPr lang="zh-CN" b="1" dirty="0">
              <a:latin typeface="KaiTi" panose="02010609060101010101" pitchFamily="49" charset="-122"/>
              <a:ea typeface="KaiTi" panose="02010609060101010101" pitchFamily="49" charset="-122"/>
            </a:rPr>
            <a:t>过度强调理论，对工科专业偏重实践的特点较少考虑</a:t>
          </a:r>
          <a:endParaRPr lang="zh-CN" altLang="en-US" dirty="0">
            <a:latin typeface="KaiTi" panose="02010609060101010101" pitchFamily="49" charset="-122"/>
            <a:ea typeface="KaiTi" panose="02010609060101010101" pitchFamily="49" charset="-122"/>
            <a:cs typeface="Times New Roman" panose="02020603050405020304" pitchFamily="18" charset="0"/>
          </a:endParaRPr>
        </a:p>
      </dgm:t>
    </dgm:pt>
    <dgm:pt modelId="{F605F6A1-BCC7-C545-AF91-BF7D6AF8133F}" type="parTrans" cxnId="{32C5DFB4-34AF-4141-9474-718C18FD3F41}">
      <dgm:prSet/>
      <dgm:spPr/>
      <dgm:t>
        <a:bodyPr/>
        <a:lstStyle/>
        <a:p>
          <a:endParaRPr lang="zh-CN" altLang="en-US"/>
        </a:p>
      </dgm:t>
    </dgm:pt>
    <dgm:pt modelId="{7A0AE5F1-841C-0B4C-B5BD-A7C2CFDB6DB5}" type="sibTrans" cxnId="{32C5DFB4-34AF-4141-9474-718C18FD3F41}">
      <dgm:prSet/>
      <dgm:spPr/>
      <dgm:t>
        <a:bodyPr/>
        <a:lstStyle/>
        <a:p>
          <a:endParaRPr lang="zh-CN" altLang="en-US"/>
        </a:p>
      </dgm:t>
    </dgm:pt>
    <dgm:pt modelId="{36B788BC-3715-4B43-854D-FAD9CF523496}">
      <dgm:prSet phldrT="[文本]"/>
      <dgm:spPr/>
      <dgm:t>
        <a:bodyPr/>
        <a:lstStyle/>
        <a:p>
          <a:pPr algn="l">
            <a:buFont typeface="+mj-lt"/>
            <a:buNone/>
          </a:pPr>
          <a:r>
            <a:rPr lang="zh-CN" altLang="en-US" b="1" dirty="0">
              <a:latin typeface="KaiTi" panose="02010609060101010101" pitchFamily="49" charset="-122"/>
              <a:ea typeface="KaiTi" panose="02010609060101010101" pitchFamily="49" charset="-122"/>
            </a:rPr>
            <a:t>  </a:t>
          </a:r>
          <a:r>
            <a:rPr lang="zh-CN" b="1" dirty="0">
              <a:latin typeface="KaiTi" panose="02010609060101010101" pitchFamily="49" charset="-122"/>
              <a:ea typeface="KaiTi" panose="02010609060101010101" pitchFamily="49" charset="-122"/>
            </a:rPr>
            <a:t>教材内容滞后于人工智能的迅速发展</a:t>
          </a:r>
          <a:endParaRPr lang="zh-CN" altLang="en-US" dirty="0">
            <a:latin typeface="KaiTi" panose="02010609060101010101" pitchFamily="49" charset="-122"/>
            <a:ea typeface="KaiTi" panose="02010609060101010101" pitchFamily="49" charset="-122"/>
            <a:cs typeface="Times New Roman" panose="02020603050405020304" pitchFamily="18" charset="0"/>
          </a:endParaRPr>
        </a:p>
      </dgm:t>
    </dgm:pt>
    <dgm:pt modelId="{2E5435B4-162A-534A-A1AE-EB8BBACE58A4}" type="parTrans" cxnId="{F2F55803-3072-D94B-BAB5-CAFE3D667A79}">
      <dgm:prSet/>
      <dgm:spPr/>
      <dgm:t>
        <a:bodyPr/>
        <a:lstStyle/>
        <a:p>
          <a:endParaRPr lang="zh-CN" altLang="en-US"/>
        </a:p>
      </dgm:t>
    </dgm:pt>
    <dgm:pt modelId="{461E4BD7-DCE5-7B4B-B690-DFDACE328627}" type="sibTrans" cxnId="{F2F55803-3072-D94B-BAB5-CAFE3D667A79}">
      <dgm:prSet/>
      <dgm:spPr/>
      <dgm:t>
        <a:bodyPr/>
        <a:lstStyle/>
        <a:p>
          <a:endParaRPr lang="zh-CN" altLang="en-US"/>
        </a:p>
      </dgm:t>
    </dgm:pt>
    <dgm:pt modelId="{28EA5AF8-8856-F245-ACF2-111952B39E50}">
      <dgm:prSet phldrT="[文本]"/>
      <dgm:spPr/>
      <dgm:t>
        <a:bodyPr/>
        <a:lstStyle/>
        <a:p>
          <a:pPr algn="ctr"/>
          <a:r>
            <a:rPr lang="zh-CN" altLang="en-US">
              <a:latin typeface="KaiTi" panose="02010609060101010101" pitchFamily="49" charset="-122"/>
              <a:ea typeface="KaiTi" panose="02010609060101010101" pitchFamily="49" charset="-122"/>
              <a:cs typeface="Times New Roman" panose="02020603050405020304" pitchFamily="18" charset="0"/>
            </a:rPr>
            <a:t>分</a:t>
          </a:r>
          <a:endParaRPr lang="zh-CN" altLang="en-US" dirty="0">
            <a:latin typeface="KaiTi" panose="02010609060101010101" pitchFamily="49" charset="-122"/>
            <a:ea typeface="KaiTi" panose="02010609060101010101" pitchFamily="49" charset="-122"/>
            <a:cs typeface="Times New Roman" panose="02020603050405020304" pitchFamily="18" charset="0"/>
          </a:endParaRPr>
        </a:p>
      </dgm:t>
    </dgm:pt>
    <dgm:pt modelId="{14D17AC5-F476-324A-922C-1CFD8CF0DB94}" type="sibTrans" cxnId="{3A7FFED5-461C-3248-88CC-92822E1E963E}">
      <dgm:prSet/>
      <dgm:spPr/>
      <dgm:t>
        <a:bodyPr/>
        <a:lstStyle/>
        <a:p>
          <a:endParaRPr lang="zh-CN" altLang="en-US"/>
        </a:p>
      </dgm:t>
    </dgm:pt>
    <dgm:pt modelId="{C999BBE0-46AD-6B4F-8DA6-4CCB52FC9FB7}" type="parTrans" cxnId="{3A7FFED5-461C-3248-88CC-92822E1E963E}">
      <dgm:prSet/>
      <dgm:spPr/>
      <dgm:t>
        <a:bodyPr/>
        <a:lstStyle/>
        <a:p>
          <a:endParaRPr lang="zh-CN" altLang="en-US"/>
        </a:p>
      </dgm:t>
    </dgm:pt>
    <dgm:pt modelId="{A88F9CBB-CB7D-BF4F-AB0E-7A42E3568632}">
      <dgm:prSet phldrT="[文本]"/>
      <dgm:spPr/>
      <dgm:t>
        <a:bodyPr/>
        <a:lstStyle/>
        <a:p>
          <a:pPr algn="l">
            <a:buFont typeface="+mj-lt"/>
            <a:buNone/>
          </a:pPr>
          <a:r>
            <a:rPr lang="zh-CN" altLang="en-US" b="1" dirty="0">
              <a:latin typeface="KaiTi" panose="02010609060101010101" pitchFamily="49" charset="-122"/>
              <a:ea typeface="KaiTi" panose="02010609060101010101" pitchFamily="49" charset="-122"/>
            </a:rPr>
            <a:t>  </a:t>
          </a:r>
          <a:r>
            <a:rPr lang="zh-CN" b="1" dirty="0">
              <a:latin typeface="KaiTi" panose="02010609060101010101" pitchFamily="49" charset="-122"/>
              <a:ea typeface="KaiTi" panose="02010609060101010101" pitchFamily="49" charset="-122"/>
            </a:rPr>
            <a:t>学生参与度低，学习兴趣不高，加剧对数学课程的畏难</a:t>
          </a:r>
          <a:endParaRPr lang="zh-CN" altLang="en-US" dirty="0">
            <a:latin typeface="KaiTi" panose="02010609060101010101" pitchFamily="49" charset="-122"/>
            <a:ea typeface="KaiTi" panose="02010609060101010101" pitchFamily="49" charset="-122"/>
            <a:cs typeface="Times New Roman" panose="02020603050405020304" pitchFamily="18" charset="0"/>
          </a:endParaRPr>
        </a:p>
      </dgm:t>
    </dgm:pt>
    <dgm:pt modelId="{43E83EBE-CA10-2448-8420-F9460DFC9A24}" type="sibTrans" cxnId="{5302B55F-EB9D-6844-96B1-60B1A78F5DEA}">
      <dgm:prSet/>
      <dgm:spPr/>
      <dgm:t>
        <a:bodyPr/>
        <a:lstStyle/>
        <a:p>
          <a:endParaRPr lang="zh-CN" altLang="en-US"/>
        </a:p>
      </dgm:t>
    </dgm:pt>
    <dgm:pt modelId="{4ABDA3D9-4821-F24D-8437-27A581E23D54}" type="parTrans" cxnId="{5302B55F-EB9D-6844-96B1-60B1A78F5DEA}">
      <dgm:prSet/>
      <dgm:spPr/>
      <dgm:t>
        <a:bodyPr/>
        <a:lstStyle/>
        <a:p>
          <a:endParaRPr lang="zh-CN" altLang="en-US"/>
        </a:p>
      </dgm:t>
    </dgm:pt>
    <dgm:pt modelId="{AF765F9B-A56D-D443-A934-BD95393928D8}">
      <dgm:prSet phldrT="[文本]"/>
      <dgm:spPr/>
      <dgm:t>
        <a:bodyPr/>
        <a:lstStyle/>
        <a:p>
          <a:pPr algn="l">
            <a:buFont typeface="+mj-lt"/>
            <a:buNone/>
          </a:pPr>
          <a:r>
            <a:rPr lang="zh-CN" altLang="en-US" b="1" dirty="0">
              <a:latin typeface="KaiTi" panose="02010609060101010101" pitchFamily="49" charset="-122"/>
              <a:ea typeface="KaiTi" panose="02010609060101010101" pitchFamily="49" charset="-122"/>
            </a:rPr>
            <a:t>  </a:t>
          </a:r>
          <a:r>
            <a:rPr lang="zh-CN" b="1" dirty="0">
              <a:latin typeface="KaiTi" panose="02010609060101010101" pitchFamily="49" charset="-122"/>
              <a:ea typeface="KaiTi" panose="02010609060101010101" pitchFamily="49" charset="-122"/>
            </a:rPr>
            <a:t>数学从理论到付诸应用之间存在巨大鸿沟，涉及多种思维</a:t>
          </a:r>
          <a:endParaRPr lang="zh-CN" altLang="en-US" dirty="0">
            <a:latin typeface="KaiTi" panose="02010609060101010101" pitchFamily="49" charset="-122"/>
            <a:ea typeface="KaiTi" panose="02010609060101010101" pitchFamily="49" charset="-122"/>
            <a:cs typeface="Times New Roman" panose="02020603050405020304" pitchFamily="18" charset="0"/>
          </a:endParaRPr>
        </a:p>
      </dgm:t>
    </dgm:pt>
    <dgm:pt modelId="{F9A0A0CB-54BE-A14E-8FC1-E332CB1F402F}" type="sibTrans" cxnId="{6F76581B-ED1B-C041-91C4-9204F8605519}">
      <dgm:prSet/>
      <dgm:spPr/>
      <dgm:t>
        <a:bodyPr/>
        <a:lstStyle/>
        <a:p>
          <a:endParaRPr lang="zh-CN" altLang="en-US"/>
        </a:p>
      </dgm:t>
    </dgm:pt>
    <dgm:pt modelId="{04569FE1-47CB-0141-9562-FD8EC2EB30B3}" type="parTrans" cxnId="{6F76581B-ED1B-C041-91C4-9204F8605519}">
      <dgm:prSet/>
      <dgm:spPr/>
      <dgm:t>
        <a:bodyPr/>
        <a:lstStyle/>
        <a:p>
          <a:endParaRPr lang="zh-CN" altLang="en-US"/>
        </a:p>
      </dgm:t>
    </dgm:pt>
    <dgm:pt modelId="{C1BDFA1F-7CD7-BA40-8582-5254949610CC}">
      <dgm:prSet phldrT="[文本]"/>
      <dgm:spPr/>
      <dgm:t>
        <a:bodyPr/>
        <a:lstStyle/>
        <a:p>
          <a:pPr algn="ctr"/>
          <a:r>
            <a:rPr lang="zh-CN" altLang="en-US">
              <a:latin typeface="KaiTi" panose="02010609060101010101" pitchFamily="49" charset="-122"/>
              <a:ea typeface="KaiTi" panose="02010609060101010101" pitchFamily="49" charset="-122"/>
              <a:cs typeface="Times New Roman" panose="02020603050405020304" pitchFamily="18" charset="0"/>
            </a:rPr>
            <a:t>析</a:t>
          </a:r>
          <a:endParaRPr lang="zh-CN" altLang="en-US" dirty="0">
            <a:latin typeface="KaiTi" panose="02010609060101010101" pitchFamily="49" charset="-122"/>
            <a:ea typeface="KaiTi" panose="02010609060101010101" pitchFamily="49" charset="-122"/>
            <a:cs typeface="Times New Roman" panose="02020603050405020304" pitchFamily="18" charset="0"/>
          </a:endParaRPr>
        </a:p>
      </dgm:t>
    </dgm:pt>
    <dgm:pt modelId="{271A241D-9E42-394B-97B4-5A55C2094EC5}" type="sibTrans" cxnId="{772A52AD-74DA-CE4B-A8D6-F2D939464285}">
      <dgm:prSet/>
      <dgm:spPr/>
      <dgm:t>
        <a:bodyPr/>
        <a:lstStyle/>
        <a:p>
          <a:endParaRPr lang="zh-CN" altLang="en-US"/>
        </a:p>
      </dgm:t>
    </dgm:pt>
    <dgm:pt modelId="{0692A4F0-D261-0842-A7BF-FCEB51762D91}" type="parTrans" cxnId="{772A52AD-74DA-CE4B-A8D6-F2D939464285}">
      <dgm:prSet/>
      <dgm:spPr/>
      <dgm:t>
        <a:bodyPr/>
        <a:lstStyle/>
        <a:p>
          <a:endParaRPr lang="zh-CN" altLang="en-US"/>
        </a:p>
      </dgm:t>
    </dgm:pt>
    <dgm:pt modelId="{E5CFF174-8498-6F47-A0C6-B9338A8DC4E6}" type="pres">
      <dgm:prSet presAssocID="{8DEEB1B4-3A2D-3944-9D69-22608069DC05}" presName="Name0" presStyleCnt="0">
        <dgm:presLayoutVars>
          <dgm:dir/>
          <dgm:animLvl val="lvl"/>
          <dgm:resizeHandles val="exact"/>
        </dgm:presLayoutVars>
      </dgm:prSet>
      <dgm:spPr/>
    </dgm:pt>
    <dgm:pt modelId="{C58614B0-7D49-634F-BB76-7DA75D3D2ECD}" type="pres">
      <dgm:prSet presAssocID="{68465EC6-DBEC-0E45-A6DB-0677FDBDDC96}" presName="linNode" presStyleCnt="0"/>
      <dgm:spPr/>
    </dgm:pt>
    <dgm:pt modelId="{FD9674AA-A84A-DF40-B511-74F47C5619D6}" type="pres">
      <dgm:prSet presAssocID="{68465EC6-DBEC-0E45-A6DB-0677FDBDDC96}" presName="parentText" presStyleLbl="node1" presStyleIdx="0" presStyleCnt="4" custScaleX="54991">
        <dgm:presLayoutVars>
          <dgm:chMax val="1"/>
          <dgm:bulletEnabled val="1"/>
        </dgm:presLayoutVars>
      </dgm:prSet>
      <dgm:spPr/>
    </dgm:pt>
    <dgm:pt modelId="{0F391249-5010-234D-BFEA-E6E62BE466F4}" type="pres">
      <dgm:prSet presAssocID="{68465EC6-DBEC-0E45-A6DB-0677FDBDDC96}" presName="descendantText" presStyleLbl="alignAccFollowNode1" presStyleIdx="0" presStyleCnt="4">
        <dgm:presLayoutVars>
          <dgm:bulletEnabled val="1"/>
        </dgm:presLayoutVars>
      </dgm:prSet>
      <dgm:spPr/>
    </dgm:pt>
    <dgm:pt modelId="{BDCAD410-B1C3-004A-940C-967BB4DC2D30}" type="pres">
      <dgm:prSet presAssocID="{89C3AA7E-7DFD-9A4B-AE85-D95DFBA270DB}" presName="sp" presStyleCnt="0"/>
      <dgm:spPr/>
    </dgm:pt>
    <dgm:pt modelId="{A9CFC978-E1DA-E542-9621-50CA8E241F27}" type="pres">
      <dgm:prSet presAssocID="{7A9FC50F-82F7-B743-BD6E-AAE44629581B}" presName="linNode" presStyleCnt="0"/>
      <dgm:spPr/>
    </dgm:pt>
    <dgm:pt modelId="{A1A34790-DB72-FD4B-94B9-779FC6B0E0D9}" type="pres">
      <dgm:prSet presAssocID="{7A9FC50F-82F7-B743-BD6E-AAE44629581B}" presName="parentText" presStyleLbl="node1" presStyleIdx="1" presStyleCnt="4" custScaleX="54990">
        <dgm:presLayoutVars>
          <dgm:chMax val="1"/>
          <dgm:bulletEnabled val="1"/>
        </dgm:presLayoutVars>
      </dgm:prSet>
      <dgm:spPr/>
    </dgm:pt>
    <dgm:pt modelId="{320F8E81-12D6-5B4B-A66B-6FC58DFB1F77}" type="pres">
      <dgm:prSet presAssocID="{7A9FC50F-82F7-B743-BD6E-AAE44629581B}" presName="descendantText" presStyleLbl="alignAccFollowNode1" presStyleIdx="1" presStyleCnt="4">
        <dgm:presLayoutVars>
          <dgm:bulletEnabled val="1"/>
        </dgm:presLayoutVars>
      </dgm:prSet>
      <dgm:spPr/>
    </dgm:pt>
    <dgm:pt modelId="{67F6A0F6-2A71-0646-8AA6-30D55EBDC141}" type="pres">
      <dgm:prSet presAssocID="{23AD601F-B97A-714B-B43B-21260F4C9C48}" presName="sp" presStyleCnt="0"/>
      <dgm:spPr/>
    </dgm:pt>
    <dgm:pt modelId="{82983C64-1C26-614F-AB6E-380F1EAB9DB9}" type="pres">
      <dgm:prSet presAssocID="{28EA5AF8-8856-F245-ACF2-111952B39E50}" presName="linNode" presStyleCnt="0"/>
      <dgm:spPr/>
    </dgm:pt>
    <dgm:pt modelId="{30B62F83-050B-8A46-A728-08C33B3190B4}" type="pres">
      <dgm:prSet presAssocID="{28EA5AF8-8856-F245-ACF2-111952B39E50}" presName="parentText" presStyleLbl="node1" presStyleIdx="2" presStyleCnt="4" custScaleX="54990">
        <dgm:presLayoutVars>
          <dgm:chMax val="1"/>
          <dgm:bulletEnabled val="1"/>
        </dgm:presLayoutVars>
      </dgm:prSet>
      <dgm:spPr/>
    </dgm:pt>
    <dgm:pt modelId="{76EB236A-FB8E-1F4F-A259-56E8753C4EA7}" type="pres">
      <dgm:prSet presAssocID="{28EA5AF8-8856-F245-ACF2-111952B39E50}" presName="descendantText" presStyleLbl="alignAccFollowNode1" presStyleIdx="2" presStyleCnt="4">
        <dgm:presLayoutVars>
          <dgm:bulletEnabled val="1"/>
        </dgm:presLayoutVars>
      </dgm:prSet>
      <dgm:spPr/>
    </dgm:pt>
    <dgm:pt modelId="{B9F82398-AEA9-9E4D-A620-BB143EC1DFEF}" type="pres">
      <dgm:prSet presAssocID="{14D17AC5-F476-324A-922C-1CFD8CF0DB94}" presName="sp" presStyleCnt="0"/>
      <dgm:spPr/>
    </dgm:pt>
    <dgm:pt modelId="{1400DD44-7934-5644-963C-008CFC5F5C9C}" type="pres">
      <dgm:prSet presAssocID="{C1BDFA1F-7CD7-BA40-8582-5254949610CC}" presName="linNode" presStyleCnt="0"/>
      <dgm:spPr/>
    </dgm:pt>
    <dgm:pt modelId="{3A2CACEC-8B35-6740-A36D-820AAE4AE6C6}" type="pres">
      <dgm:prSet presAssocID="{C1BDFA1F-7CD7-BA40-8582-5254949610CC}" presName="parentText" presStyleLbl="node1" presStyleIdx="3" presStyleCnt="4" custScaleX="55273">
        <dgm:presLayoutVars>
          <dgm:chMax val="1"/>
          <dgm:bulletEnabled val="1"/>
        </dgm:presLayoutVars>
      </dgm:prSet>
      <dgm:spPr/>
    </dgm:pt>
    <dgm:pt modelId="{7436A075-4DA0-2A49-B51B-8F0E767AEDFA}" type="pres">
      <dgm:prSet presAssocID="{C1BDFA1F-7CD7-BA40-8582-5254949610CC}" presName="descendantText" presStyleLbl="alignAccFollowNode1" presStyleIdx="3" presStyleCnt="4">
        <dgm:presLayoutVars>
          <dgm:bulletEnabled val="1"/>
        </dgm:presLayoutVars>
      </dgm:prSet>
      <dgm:spPr/>
    </dgm:pt>
  </dgm:ptLst>
  <dgm:cxnLst>
    <dgm:cxn modelId="{F2F55803-3072-D94B-BAB5-CAFE3D667A79}" srcId="{7A9FC50F-82F7-B743-BD6E-AAE44629581B}" destId="{36B788BC-3715-4B43-854D-FAD9CF523496}" srcOrd="0" destOrd="0" parTransId="{2E5435B4-162A-534A-A1AE-EB8BBACE58A4}" sibTransId="{461E4BD7-DCE5-7B4B-B690-DFDACE328627}"/>
    <dgm:cxn modelId="{6F76581B-ED1B-C041-91C4-9204F8605519}" srcId="{28EA5AF8-8856-F245-ACF2-111952B39E50}" destId="{AF765F9B-A56D-D443-A934-BD95393928D8}" srcOrd="0" destOrd="0" parTransId="{04569FE1-47CB-0141-9562-FD8EC2EB30B3}" sibTransId="{F9A0A0CB-54BE-A14E-8FC1-E332CB1F402F}"/>
    <dgm:cxn modelId="{5AEF741E-6A50-E745-BAB0-2F2F9DAC74E5}" type="presOf" srcId="{8003F988-6A31-C940-AD48-37C97CB8B9C5}" destId="{0F391249-5010-234D-BFEA-E6E62BE466F4}" srcOrd="0" destOrd="0" presId="urn:microsoft.com/office/officeart/2005/8/layout/vList5"/>
    <dgm:cxn modelId="{FEAAAC32-3C50-A043-AFED-38FAF8C49E11}" type="presOf" srcId="{AF765F9B-A56D-D443-A934-BD95393928D8}" destId="{76EB236A-FB8E-1F4F-A259-56E8753C4EA7}" srcOrd="0" destOrd="0" presId="urn:microsoft.com/office/officeart/2005/8/layout/vList5"/>
    <dgm:cxn modelId="{9FF09E3C-8B2F-2E43-BFAB-C956F686D34C}" type="presOf" srcId="{68465EC6-DBEC-0E45-A6DB-0677FDBDDC96}" destId="{FD9674AA-A84A-DF40-B511-74F47C5619D6}" srcOrd="0" destOrd="0" presId="urn:microsoft.com/office/officeart/2005/8/layout/vList5"/>
    <dgm:cxn modelId="{FEBC195A-B8E5-C449-BF58-6D0692510430}" type="presOf" srcId="{7A9FC50F-82F7-B743-BD6E-AAE44629581B}" destId="{A1A34790-DB72-FD4B-94B9-779FC6B0E0D9}" srcOrd="0" destOrd="0" presId="urn:microsoft.com/office/officeart/2005/8/layout/vList5"/>
    <dgm:cxn modelId="{9EB5D05D-DFCD-F64E-A5D8-B84C48C90EF4}" srcId="{8DEEB1B4-3A2D-3944-9D69-22608069DC05}" destId="{68465EC6-DBEC-0E45-A6DB-0677FDBDDC96}" srcOrd="0" destOrd="0" parTransId="{8302E8BB-566D-B24E-903D-8B7BBEBEF2E7}" sibTransId="{89C3AA7E-7DFD-9A4B-AE85-D95DFBA270DB}"/>
    <dgm:cxn modelId="{5302B55F-EB9D-6844-96B1-60B1A78F5DEA}" srcId="{C1BDFA1F-7CD7-BA40-8582-5254949610CC}" destId="{A88F9CBB-CB7D-BF4F-AB0E-7A42E3568632}" srcOrd="0" destOrd="0" parTransId="{4ABDA3D9-4821-F24D-8437-27A581E23D54}" sibTransId="{43E83EBE-CA10-2448-8420-F9460DFC9A24}"/>
    <dgm:cxn modelId="{62D44272-FA2B-034D-B7BF-3AC688BB5E4E}" type="presOf" srcId="{C1BDFA1F-7CD7-BA40-8582-5254949610CC}" destId="{3A2CACEC-8B35-6740-A36D-820AAE4AE6C6}" srcOrd="0" destOrd="0" presId="urn:microsoft.com/office/officeart/2005/8/layout/vList5"/>
    <dgm:cxn modelId="{F3F42A8E-2ED0-974D-A566-8B6050EE9560}" type="presOf" srcId="{A88F9CBB-CB7D-BF4F-AB0E-7A42E3568632}" destId="{7436A075-4DA0-2A49-B51B-8F0E767AEDFA}" srcOrd="0" destOrd="0" presId="urn:microsoft.com/office/officeart/2005/8/layout/vList5"/>
    <dgm:cxn modelId="{8520A08F-AA22-9148-82E9-2114D8501328}" srcId="{8DEEB1B4-3A2D-3944-9D69-22608069DC05}" destId="{7A9FC50F-82F7-B743-BD6E-AAE44629581B}" srcOrd="1" destOrd="0" parTransId="{B920610D-C93F-9643-92A9-092077AF659A}" sibTransId="{23AD601F-B97A-714B-B43B-21260F4C9C48}"/>
    <dgm:cxn modelId="{68BBD49D-E230-CD4E-98E0-42CB87B78757}" type="presOf" srcId="{36B788BC-3715-4B43-854D-FAD9CF523496}" destId="{320F8E81-12D6-5B4B-A66B-6FC58DFB1F77}" srcOrd="0" destOrd="0" presId="urn:microsoft.com/office/officeart/2005/8/layout/vList5"/>
    <dgm:cxn modelId="{C3292BA4-498F-784B-83F4-6CD3B9773C1E}" type="presOf" srcId="{8DEEB1B4-3A2D-3944-9D69-22608069DC05}" destId="{E5CFF174-8498-6F47-A0C6-B9338A8DC4E6}" srcOrd="0" destOrd="0" presId="urn:microsoft.com/office/officeart/2005/8/layout/vList5"/>
    <dgm:cxn modelId="{772A52AD-74DA-CE4B-A8D6-F2D939464285}" srcId="{8DEEB1B4-3A2D-3944-9D69-22608069DC05}" destId="{C1BDFA1F-7CD7-BA40-8582-5254949610CC}" srcOrd="3" destOrd="0" parTransId="{0692A4F0-D261-0842-A7BF-FCEB51762D91}" sibTransId="{271A241D-9E42-394B-97B4-5A55C2094EC5}"/>
    <dgm:cxn modelId="{32C5DFB4-34AF-4141-9474-718C18FD3F41}" srcId="{68465EC6-DBEC-0E45-A6DB-0677FDBDDC96}" destId="{8003F988-6A31-C940-AD48-37C97CB8B9C5}" srcOrd="0" destOrd="0" parTransId="{F605F6A1-BCC7-C545-AF91-BF7D6AF8133F}" sibTransId="{7A0AE5F1-841C-0B4C-B5BD-A7C2CFDB6DB5}"/>
    <dgm:cxn modelId="{3A7FFED5-461C-3248-88CC-92822E1E963E}" srcId="{8DEEB1B4-3A2D-3944-9D69-22608069DC05}" destId="{28EA5AF8-8856-F245-ACF2-111952B39E50}" srcOrd="2" destOrd="0" parTransId="{C999BBE0-46AD-6B4F-8DA6-4CCB52FC9FB7}" sibTransId="{14D17AC5-F476-324A-922C-1CFD8CF0DB94}"/>
    <dgm:cxn modelId="{851469FB-4C99-A54D-A41F-E50E83373763}" type="presOf" srcId="{28EA5AF8-8856-F245-ACF2-111952B39E50}" destId="{30B62F83-050B-8A46-A728-08C33B3190B4}" srcOrd="0" destOrd="0" presId="urn:microsoft.com/office/officeart/2005/8/layout/vList5"/>
    <dgm:cxn modelId="{72CF8BFE-56F1-9A4A-BC44-D723422CC53E}" type="presParOf" srcId="{E5CFF174-8498-6F47-A0C6-B9338A8DC4E6}" destId="{C58614B0-7D49-634F-BB76-7DA75D3D2ECD}" srcOrd="0" destOrd="0" presId="urn:microsoft.com/office/officeart/2005/8/layout/vList5"/>
    <dgm:cxn modelId="{0144E7AA-7869-5143-9002-0A7B2E265515}" type="presParOf" srcId="{C58614B0-7D49-634F-BB76-7DA75D3D2ECD}" destId="{FD9674AA-A84A-DF40-B511-74F47C5619D6}" srcOrd="0" destOrd="0" presId="urn:microsoft.com/office/officeart/2005/8/layout/vList5"/>
    <dgm:cxn modelId="{D7D5A447-341F-BC4B-9BFD-DD65EAF160DD}" type="presParOf" srcId="{C58614B0-7D49-634F-BB76-7DA75D3D2ECD}" destId="{0F391249-5010-234D-BFEA-E6E62BE466F4}" srcOrd="1" destOrd="0" presId="urn:microsoft.com/office/officeart/2005/8/layout/vList5"/>
    <dgm:cxn modelId="{B90E6195-6D16-0B42-8995-CBC94C0FD0FD}" type="presParOf" srcId="{E5CFF174-8498-6F47-A0C6-B9338A8DC4E6}" destId="{BDCAD410-B1C3-004A-940C-967BB4DC2D30}" srcOrd="1" destOrd="0" presId="urn:microsoft.com/office/officeart/2005/8/layout/vList5"/>
    <dgm:cxn modelId="{3A7AD413-334F-CE4F-AB46-46142B2F0258}" type="presParOf" srcId="{E5CFF174-8498-6F47-A0C6-B9338A8DC4E6}" destId="{A9CFC978-E1DA-E542-9621-50CA8E241F27}" srcOrd="2" destOrd="0" presId="urn:microsoft.com/office/officeart/2005/8/layout/vList5"/>
    <dgm:cxn modelId="{042749C1-0122-E645-9622-B2C7D8534CB0}" type="presParOf" srcId="{A9CFC978-E1DA-E542-9621-50CA8E241F27}" destId="{A1A34790-DB72-FD4B-94B9-779FC6B0E0D9}" srcOrd="0" destOrd="0" presId="urn:microsoft.com/office/officeart/2005/8/layout/vList5"/>
    <dgm:cxn modelId="{BEDE9F9D-5D39-FF4B-BCFF-44FB26800207}" type="presParOf" srcId="{A9CFC978-E1DA-E542-9621-50CA8E241F27}" destId="{320F8E81-12D6-5B4B-A66B-6FC58DFB1F77}" srcOrd="1" destOrd="0" presId="urn:microsoft.com/office/officeart/2005/8/layout/vList5"/>
    <dgm:cxn modelId="{01957EE5-A9B7-F94B-9CBC-0CC165EBCEDD}" type="presParOf" srcId="{E5CFF174-8498-6F47-A0C6-B9338A8DC4E6}" destId="{67F6A0F6-2A71-0646-8AA6-30D55EBDC141}" srcOrd="3" destOrd="0" presId="urn:microsoft.com/office/officeart/2005/8/layout/vList5"/>
    <dgm:cxn modelId="{E598DC06-B55C-734D-AFBD-DA792FF106C8}" type="presParOf" srcId="{E5CFF174-8498-6F47-A0C6-B9338A8DC4E6}" destId="{82983C64-1C26-614F-AB6E-380F1EAB9DB9}" srcOrd="4" destOrd="0" presId="urn:microsoft.com/office/officeart/2005/8/layout/vList5"/>
    <dgm:cxn modelId="{09DFAA2D-7DD5-7543-9A83-54A3DCF606AE}" type="presParOf" srcId="{82983C64-1C26-614F-AB6E-380F1EAB9DB9}" destId="{30B62F83-050B-8A46-A728-08C33B3190B4}" srcOrd="0" destOrd="0" presId="urn:microsoft.com/office/officeart/2005/8/layout/vList5"/>
    <dgm:cxn modelId="{4E927FB2-8A13-614B-B94F-D9B1D438A541}" type="presParOf" srcId="{82983C64-1C26-614F-AB6E-380F1EAB9DB9}" destId="{76EB236A-FB8E-1F4F-A259-56E8753C4EA7}" srcOrd="1" destOrd="0" presId="urn:microsoft.com/office/officeart/2005/8/layout/vList5"/>
    <dgm:cxn modelId="{4C82432C-C9CC-2B47-92FD-479B201111FC}" type="presParOf" srcId="{E5CFF174-8498-6F47-A0C6-B9338A8DC4E6}" destId="{B9F82398-AEA9-9E4D-A620-BB143EC1DFEF}" srcOrd="5" destOrd="0" presId="urn:microsoft.com/office/officeart/2005/8/layout/vList5"/>
    <dgm:cxn modelId="{D81593F2-26BF-E14E-BFEE-FAF4D840FC70}" type="presParOf" srcId="{E5CFF174-8498-6F47-A0C6-B9338A8DC4E6}" destId="{1400DD44-7934-5644-963C-008CFC5F5C9C}" srcOrd="6" destOrd="0" presId="urn:microsoft.com/office/officeart/2005/8/layout/vList5"/>
    <dgm:cxn modelId="{FB0E545D-C477-4647-9182-00F1C8DD0843}" type="presParOf" srcId="{1400DD44-7934-5644-963C-008CFC5F5C9C}" destId="{3A2CACEC-8B35-6740-A36D-820AAE4AE6C6}" srcOrd="0" destOrd="0" presId="urn:microsoft.com/office/officeart/2005/8/layout/vList5"/>
    <dgm:cxn modelId="{7300D384-585C-BC45-8188-11E85D986FC3}" type="presParOf" srcId="{1400DD44-7934-5644-963C-008CFC5F5C9C}" destId="{7436A075-4DA0-2A49-B51B-8F0E767AEDFA}"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DEEB1B4-3A2D-3944-9D69-22608069DC05}" type="doc">
      <dgm:prSet loTypeId="urn:microsoft.com/office/officeart/2005/8/layout/vList5" loCatId="" qsTypeId="urn:microsoft.com/office/officeart/2005/8/quickstyle/3d3" qsCatId="3D" csTypeId="urn:microsoft.com/office/officeart/2005/8/colors/colorful5" csCatId="colorful" phldr="1"/>
      <dgm:spPr/>
      <dgm:t>
        <a:bodyPr/>
        <a:lstStyle/>
        <a:p>
          <a:endParaRPr lang="zh-CN" altLang="en-US"/>
        </a:p>
      </dgm:t>
    </dgm:pt>
    <dgm:pt modelId="{7A9FC50F-82F7-B743-BD6E-AAE44629581B}">
      <dgm:prSet phldrT="[文本]"/>
      <dgm:spPr/>
      <dgm:t>
        <a:bodyPr/>
        <a:lstStyle/>
        <a:p>
          <a:pPr algn="ctr"/>
          <a:r>
            <a:rPr lang="zh-CN" altLang="en-US" dirty="0">
              <a:latin typeface="KaiTi" panose="02010609060101010101" pitchFamily="49" charset="-122"/>
              <a:ea typeface="KaiTi" panose="02010609060101010101" pitchFamily="49" charset="-122"/>
              <a:cs typeface="Times New Roman" panose="02020603050405020304" pitchFamily="18" charset="0"/>
            </a:rPr>
            <a:t>情</a:t>
          </a:r>
        </a:p>
      </dgm:t>
    </dgm:pt>
    <dgm:pt modelId="{B920610D-C93F-9643-92A9-092077AF659A}" type="parTrans" cxnId="{8520A08F-AA22-9148-82E9-2114D8501328}">
      <dgm:prSet/>
      <dgm:spPr/>
      <dgm:t>
        <a:bodyPr/>
        <a:lstStyle/>
        <a:p>
          <a:endParaRPr lang="zh-CN" altLang="en-US"/>
        </a:p>
      </dgm:t>
    </dgm:pt>
    <dgm:pt modelId="{23AD601F-B97A-714B-B43B-21260F4C9C48}" type="sibTrans" cxnId="{8520A08F-AA22-9148-82E9-2114D8501328}">
      <dgm:prSet/>
      <dgm:spPr/>
      <dgm:t>
        <a:bodyPr/>
        <a:lstStyle/>
        <a:p>
          <a:endParaRPr lang="zh-CN" altLang="en-US"/>
        </a:p>
      </dgm:t>
    </dgm:pt>
    <dgm:pt modelId="{68465EC6-DBEC-0E45-A6DB-0677FDBDDC96}">
      <dgm:prSet phldrT="[文本]"/>
      <dgm:spPr/>
      <dgm:t>
        <a:bodyPr/>
        <a:lstStyle/>
        <a:p>
          <a:pPr algn="ctr"/>
          <a:r>
            <a:rPr lang="zh-CN" altLang="en-US" dirty="0">
              <a:latin typeface="KaiTi" panose="02010609060101010101" pitchFamily="49" charset="-122"/>
              <a:ea typeface="KaiTi" panose="02010609060101010101" pitchFamily="49" charset="-122"/>
              <a:cs typeface="Times New Roman" panose="02020603050405020304" pitchFamily="18" charset="0"/>
            </a:rPr>
            <a:t>学</a:t>
          </a:r>
        </a:p>
      </dgm:t>
    </dgm:pt>
    <dgm:pt modelId="{8302E8BB-566D-B24E-903D-8B7BBEBEF2E7}" type="parTrans" cxnId="{9EB5D05D-DFCD-F64E-A5D8-B84C48C90EF4}">
      <dgm:prSet/>
      <dgm:spPr/>
      <dgm:t>
        <a:bodyPr/>
        <a:lstStyle/>
        <a:p>
          <a:endParaRPr lang="zh-CN" altLang="en-US"/>
        </a:p>
      </dgm:t>
    </dgm:pt>
    <dgm:pt modelId="{89C3AA7E-7DFD-9A4B-AE85-D95DFBA270DB}" type="sibTrans" cxnId="{9EB5D05D-DFCD-F64E-A5D8-B84C48C90EF4}">
      <dgm:prSet/>
      <dgm:spPr/>
      <dgm:t>
        <a:bodyPr/>
        <a:lstStyle/>
        <a:p>
          <a:endParaRPr lang="zh-CN" altLang="en-US"/>
        </a:p>
      </dgm:t>
    </dgm:pt>
    <dgm:pt modelId="{8003F988-6A31-C940-AD48-37C97CB8B9C5}">
      <dgm:prSet phldrT="[文本]"/>
      <dgm:spPr/>
      <dgm:t>
        <a:bodyPr/>
        <a:lstStyle/>
        <a:p>
          <a:pPr algn="l">
            <a:buFont typeface="+mj-lt"/>
            <a:buNone/>
          </a:pPr>
          <a:r>
            <a:rPr lang="zh-CN" altLang="en-US" b="1" dirty="0">
              <a:latin typeface="KaiTi" panose="02010609060101010101" pitchFamily="49" charset="-122"/>
              <a:ea typeface="KaiTi" panose="02010609060101010101" pitchFamily="49" charset="-122"/>
            </a:rPr>
            <a:t>  </a:t>
          </a:r>
          <a:r>
            <a:rPr lang="zh-CN" b="1" dirty="0">
              <a:latin typeface="KaiTi" panose="02010609060101010101" pitchFamily="49" charset="-122"/>
              <a:ea typeface="KaiTi" panose="02010609060101010101" pitchFamily="49" charset="-122"/>
            </a:rPr>
            <a:t>过度强调理论，对工科专业偏重实践的特点较少考虑</a:t>
          </a:r>
          <a:endParaRPr lang="zh-CN" altLang="en-US" dirty="0">
            <a:latin typeface="KaiTi" panose="02010609060101010101" pitchFamily="49" charset="-122"/>
            <a:ea typeface="KaiTi" panose="02010609060101010101" pitchFamily="49" charset="-122"/>
            <a:cs typeface="Times New Roman" panose="02020603050405020304" pitchFamily="18" charset="0"/>
          </a:endParaRPr>
        </a:p>
      </dgm:t>
    </dgm:pt>
    <dgm:pt modelId="{F605F6A1-BCC7-C545-AF91-BF7D6AF8133F}" type="parTrans" cxnId="{32C5DFB4-34AF-4141-9474-718C18FD3F41}">
      <dgm:prSet/>
      <dgm:spPr/>
      <dgm:t>
        <a:bodyPr/>
        <a:lstStyle/>
        <a:p>
          <a:endParaRPr lang="zh-CN" altLang="en-US"/>
        </a:p>
      </dgm:t>
    </dgm:pt>
    <dgm:pt modelId="{7A0AE5F1-841C-0B4C-B5BD-A7C2CFDB6DB5}" type="sibTrans" cxnId="{32C5DFB4-34AF-4141-9474-718C18FD3F41}">
      <dgm:prSet/>
      <dgm:spPr/>
      <dgm:t>
        <a:bodyPr/>
        <a:lstStyle/>
        <a:p>
          <a:endParaRPr lang="zh-CN" altLang="en-US"/>
        </a:p>
      </dgm:t>
    </dgm:pt>
    <dgm:pt modelId="{36B788BC-3715-4B43-854D-FAD9CF523496}">
      <dgm:prSet phldrT="[文本]"/>
      <dgm:spPr/>
      <dgm:t>
        <a:bodyPr/>
        <a:lstStyle/>
        <a:p>
          <a:pPr algn="l">
            <a:buFont typeface="+mj-lt"/>
            <a:buNone/>
          </a:pPr>
          <a:r>
            <a:rPr lang="zh-CN" altLang="en-US" b="1" dirty="0">
              <a:latin typeface="KaiTi" panose="02010609060101010101" pitchFamily="49" charset="-122"/>
              <a:ea typeface="KaiTi" panose="02010609060101010101" pitchFamily="49" charset="-122"/>
            </a:rPr>
            <a:t>  </a:t>
          </a:r>
          <a:r>
            <a:rPr lang="zh-CN" b="1" dirty="0">
              <a:latin typeface="KaiTi" panose="02010609060101010101" pitchFamily="49" charset="-122"/>
              <a:ea typeface="KaiTi" panose="02010609060101010101" pitchFamily="49" charset="-122"/>
            </a:rPr>
            <a:t>教材内容滞后于人工智能的迅速发展</a:t>
          </a:r>
          <a:endParaRPr lang="zh-CN" altLang="en-US" dirty="0">
            <a:latin typeface="KaiTi" panose="02010609060101010101" pitchFamily="49" charset="-122"/>
            <a:ea typeface="KaiTi" panose="02010609060101010101" pitchFamily="49" charset="-122"/>
            <a:cs typeface="Times New Roman" panose="02020603050405020304" pitchFamily="18" charset="0"/>
          </a:endParaRPr>
        </a:p>
      </dgm:t>
    </dgm:pt>
    <dgm:pt modelId="{2E5435B4-162A-534A-A1AE-EB8BBACE58A4}" type="parTrans" cxnId="{F2F55803-3072-D94B-BAB5-CAFE3D667A79}">
      <dgm:prSet/>
      <dgm:spPr/>
      <dgm:t>
        <a:bodyPr/>
        <a:lstStyle/>
        <a:p>
          <a:endParaRPr lang="zh-CN" altLang="en-US"/>
        </a:p>
      </dgm:t>
    </dgm:pt>
    <dgm:pt modelId="{461E4BD7-DCE5-7B4B-B690-DFDACE328627}" type="sibTrans" cxnId="{F2F55803-3072-D94B-BAB5-CAFE3D667A79}">
      <dgm:prSet/>
      <dgm:spPr/>
      <dgm:t>
        <a:bodyPr/>
        <a:lstStyle/>
        <a:p>
          <a:endParaRPr lang="zh-CN" altLang="en-US"/>
        </a:p>
      </dgm:t>
    </dgm:pt>
    <dgm:pt modelId="{28EA5AF8-8856-F245-ACF2-111952B39E50}">
      <dgm:prSet phldrT="[文本]"/>
      <dgm:spPr/>
      <dgm:t>
        <a:bodyPr/>
        <a:lstStyle/>
        <a:p>
          <a:pPr algn="ctr"/>
          <a:r>
            <a:rPr lang="zh-CN" altLang="en-US">
              <a:latin typeface="KaiTi" panose="02010609060101010101" pitchFamily="49" charset="-122"/>
              <a:ea typeface="KaiTi" panose="02010609060101010101" pitchFamily="49" charset="-122"/>
              <a:cs typeface="Times New Roman" panose="02020603050405020304" pitchFamily="18" charset="0"/>
            </a:rPr>
            <a:t>分</a:t>
          </a:r>
          <a:endParaRPr lang="zh-CN" altLang="en-US" dirty="0">
            <a:latin typeface="KaiTi" panose="02010609060101010101" pitchFamily="49" charset="-122"/>
            <a:ea typeface="KaiTi" panose="02010609060101010101" pitchFamily="49" charset="-122"/>
            <a:cs typeface="Times New Roman" panose="02020603050405020304" pitchFamily="18" charset="0"/>
          </a:endParaRPr>
        </a:p>
      </dgm:t>
    </dgm:pt>
    <dgm:pt modelId="{14D17AC5-F476-324A-922C-1CFD8CF0DB94}" type="sibTrans" cxnId="{3A7FFED5-461C-3248-88CC-92822E1E963E}">
      <dgm:prSet/>
      <dgm:spPr/>
      <dgm:t>
        <a:bodyPr/>
        <a:lstStyle/>
        <a:p>
          <a:endParaRPr lang="zh-CN" altLang="en-US"/>
        </a:p>
      </dgm:t>
    </dgm:pt>
    <dgm:pt modelId="{C999BBE0-46AD-6B4F-8DA6-4CCB52FC9FB7}" type="parTrans" cxnId="{3A7FFED5-461C-3248-88CC-92822E1E963E}">
      <dgm:prSet/>
      <dgm:spPr/>
      <dgm:t>
        <a:bodyPr/>
        <a:lstStyle/>
        <a:p>
          <a:endParaRPr lang="zh-CN" altLang="en-US"/>
        </a:p>
      </dgm:t>
    </dgm:pt>
    <dgm:pt modelId="{A88F9CBB-CB7D-BF4F-AB0E-7A42E3568632}">
      <dgm:prSet phldrT="[文本]"/>
      <dgm:spPr/>
      <dgm:t>
        <a:bodyPr/>
        <a:lstStyle/>
        <a:p>
          <a:pPr algn="l">
            <a:buFont typeface="+mj-lt"/>
            <a:buNone/>
          </a:pPr>
          <a:r>
            <a:rPr lang="zh-CN" altLang="en-US" b="1" dirty="0">
              <a:latin typeface="KaiTi" panose="02010609060101010101" pitchFamily="49" charset="-122"/>
              <a:ea typeface="KaiTi" panose="02010609060101010101" pitchFamily="49" charset="-122"/>
            </a:rPr>
            <a:t>  </a:t>
          </a:r>
          <a:r>
            <a:rPr lang="zh-CN" b="1" dirty="0">
              <a:latin typeface="KaiTi" panose="02010609060101010101" pitchFamily="49" charset="-122"/>
              <a:ea typeface="KaiTi" panose="02010609060101010101" pitchFamily="49" charset="-122"/>
            </a:rPr>
            <a:t>学生参与度低，学习兴趣不高，加剧对数学课程的畏难</a:t>
          </a:r>
          <a:endParaRPr lang="zh-CN" altLang="en-US" dirty="0">
            <a:latin typeface="KaiTi" panose="02010609060101010101" pitchFamily="49" charset="-122"/>
            <a:ea typeface="KaiTi" panose="02010609060101010101" pitchFamily="49" charset="-122"/>
            <a:cs typeface="Times New Roman" panose="02020603050405020304" pitchFamily="18" charset="0"/>
          </a:endParaRPr>
        </a:p>
      </dgm:t>
    </dgm:pt>
    <dgm:pt modelId="{43E83EBE-CA10-2448-8420-F9460DFC9A24}" type="sibTrans" cxnId="{5302B55F-EB9D-6844-96B1-60B1A78F5DEA}">
      <dgm:prSet/>
      <dgm:spPr/>
      <dgm:t>
        <a:bodyPr/>
        <a:lstStyle/>
        <a:p>
          <a:endParaRPr lang="zh-CN" altLang="en-US"/>
        </a:p>
      </dgm:t>
    </dgm:pt>
    <dgm:pt modelId="{4ABDA3D9-4821-F24D-8437-27A581E23D54}" type="parTrans" cxnId="{5302B55F-EB9D-6844-96B1-60B1A78F5DEA}">
      <dgm:prSet/>
      <dgm:spPr/>
      <dgm:t>
        <a:bodyPr/>
        <a:lstStyle/>
        <a:p>
          <a:endParaRPr lang="zh-CN" altLang="en-US"/>
        </a:p>
      </dgm:t>
    </dgm:pt>
    <dgm:pt modelId="{AF765F9B-A56D-D443-A934-BD95393928D8}">
      <dgm:prSet phldrT="[文本]"/>
      <dgm:spPr/>
      <dgm:t>
        <a:bodyPr/>
        <a:lstStyle/>
        <a:p>
          <a:pPr algn="l">
            <a:buFont typeface="+mj-lt"/>
            <a:buNone/>
          </a:pPr>
          <a:r>
            <a:rPr lang="zh-CN" altLang="en-US" b="1" dirty="0">
              <a:latin typeface="KaiTi" panose="02010609060101010101" pitchFamily="49" charset="-122"/>
              <a:ea typeface="KaiTi" panose="02010609060101010101" pitchFamily="49" charset="-122"/>
            </a:rPr>
            <a:t>  </a:t>
          </a:r>
          <a:r>
            <a:rPr lang="zh-CN" b="1" dirty="0">
              <a:latin typeface="KaiTi" panose="02010609060101010101" pitchFamily="49" charset="-122"/>
              <a:ea typeface="KaiTi" panose="02010609060101010101" pitchFamily="49" charset="-122"/>
            </a:rPr>
            <a:t>数学从理论到付诸应用之间存在巨大鸿沟，涉及多种思维</a:t>
          </a:r>
          <a:endParaRPr lang="zh-CN" altLang="en-US" dirty="0">
            <a:latin typeface="KaiTi" panose="02010609060101010101" pitchFamily="49" charset="-122"/>
            <a:ea typeface="KaiTi" panose="02010609060101010101" pitchFamily="49" charset="-122"/>
            <a:cs typeface="Times New Roman" panose="02020603050405020304" pitchFamily="18" charset="0"/>
          </a:endParaRPr>
        </a:p>
      </dgm:t>
    </dgm:pt>
    <dgm:pt modelId="{F9A0A0CB-54BE-A14E-8FC1-E332CB1F402F}" type="sibTrans" cxnId="{6F76581B-ED1B-C041-91C4-9204F8605519}">
      <dgm:prSet/>
      <dgm:spPr/>
      <dgm:t>
        <a:bodyPr/>
        <a:lstStyle/>
        <a:p>
          <a:endParaRPr lang="zh-CN" altLang="en-US"/>
        </a:p>
      </dgm:t>
    </dgm:pt>
    <dgm:pt modelId="{04569FE1-47CB-0141-9562-FD8EC2EB30B3}" type="parTrans" cxnId="{6F76581B-ED1B-C041-91C4-9204F8605519}">
      <dgm:prSet/>
      <dgm:spPr/>
      <dgm:t>
        <a:bodyPr/>
        <a:lstStyle/>
        <a:p>
          <a:endParaRPr lang="zh-CN" altLang="en-US"/>
        </a:p>
      </dgm:t>
    </dgm:pt>
    <dgm:pt modelId="{C1BDFA1F-7CD7-BA40-8582-5254949610CC}">
      <dgm:prSet phldrT="[文本]"/>
      <dgm:spPr/>
      <dgm:t>
        <a:bodyPr/>
        <a:lstStyle/>
        <a:p>
          <a:pPr algn="ctr"/>
          <a:r>
            <a:rPr lang="zh-CN" altLang="en-US">
              <a:latin typeface="KaiTi" panose="02010609060101010101" pitchFamily="49" charset="-122"/>
              <a:ea typeface="KaiTi" panose="02010609060101010101" pitchFamily="49" charset="-122"/>
              <a:cs typeface="Times New Roman" panose="02020603050405020304" pitchFamily="18" charset="0"/>
            </a:rPr>
            <a:t>析</a:t>
          </a:r>
          <a:endParaRPr lang="zh-CN" altLang="en-US" dirty="0">
            <a:latin typeface="KaiTi" panose="02010609060101010101" pitchFamily="49" charset="-122"/>
            <a:ea typeface="KaiTi" panose="02010609060101010101" pitchFamily="49" charset="-122"/>
            <a:cs typeface="Times New Roman" panose="02020603050405020304" pitchFamily="18" charset="0"/>
          </a:endParaRPr>
        </a:p>
      </dgm:t>
    </dgm:pt>
    <dgm:pt modelId="{271A241D-9E42-394B-97B4-5A55C2094EC5}" type="sibTrans" cxnId="{772A52AD-74DA-CE4B-A8D6-F2D939464285}">
      <dgm:prSet/>
      <dgm:spPr/>
      <dgm:t>
        <a:bodyPr/>
        <a:lstStyle/>
        <a:p>
          <a:endParaRPr lang="zh-CN" altLang="en-US"/>
        </a:p>
      </dgm:t>
    </dgm:pt>
    <dgm:pt modelId="{0692A4F0-D261-0842-A7BF-FCEB51762D91}" type="parTrans" cxnId="{772A52AD-74DA-CE4B-A8D6-F2D939464285}">
      <dgm:prSet/>
      <dgm:spPr/>
      <dgm:t>
        <a:bodyPr/>
        <a:lstStyle/>
        <a:p>
          <a:endParaRPr lang="zh-CN" altLang="en-US"/>
        </a:p>
      </dgm:t>
    </dgm:pt>
    <dgm:pt modelId="{E5CFF174-8498-6F47-A0C6-B9338A8DC4E6}" type="pres">
      <dgm:prSet presAssocID="{8DEEB1B4-3A2D-3944-9D69-22608069DC05}" presName="Name0" presStyleCnt="0">
        <dgm:presLayoutVars>
          <dgm:dir/>
          <dgm:animLvl val="lvl"/>
          <dgm:resizeHandles val="exact"/>
        </dgm:presLayoutVars>
      </dgm:prSet>
      <dgm:spPr/>
    </dgm:pt>
    <dgm:pt modelId="{C58614B0-7D49-634F-BB76-7DA75D3D2ECD}" type="pres">
      <dgm:prSet presAssocID="{68465EC6-DBEC-0E45-A6DB-0677FDBDDC96}" presName="linNode" presStyleCnt="0"/>
      <dgm:spPr/>
    </dgm:pt>
    <dgm:pt modelId="{FD9674AA-A84A-DF40-B511-74F47C5619D6}" type="pres">
      <dgm:prSet presAssocID="{68465EC6-DBEC-0E45-A6DB-0677FDBDDC96}" presName="parentText" presStyleLbl="node1" presStyleIdx="0" presStyleCnt="4" custScaleX="54991">
        <dgm:presLayoutVars>
          <dgm:chMax val="1"/>
          <dgm:bulletEnabled val="1"/>
        </dgm:presLayoutVars>
      </dgm:prSet>
      <dgm:spPr/>
    </dgm:pt>
    <dgm:pt modelId="{0F391249-5010-234D-BFEA-E6E62BE466F4}" type="pres">
      <dgm:prSet presAssocID="{68465EC6-DBEC-0E45-A6DB-0677FDBDDC96}" presName="descendantText" presStyleLbl="alignAccFollowNode1" presStyleIdx="0" presStyleCnt="4">
        <dgm:presLayoutVars>
          <dgm:bulletEnabled val="1"/>
        </dgm:presLayoutVars>
      </dgm:prSet>
      <dgm:spPr/>
    </dgm:pt>
    <dgm:pt modelId="{BDCAD410-B1C3-004A-940C-967BB4DC2D30}" type="pres">
      <dgm:prSet presAssocID="{89C3AA7E-7DFD-9A4B-AE85-D95DFBA270DB}" presName="sp" presStyleCnt="0"/>
      <dgm:spPr/>
    </dgm:pt>
    <dgm:pt modelId="{A9CFC978-E1DA-E542-9621-50CA8E241F27}" type="pres">
      <dgm:prSet presAssocID="{7A9FC50F-82F7-B743-BD6E-AAE44629581B}" presName="linNode" presStyleCnt="0"/>
      <dgm:spPr/>
    </dgm:pt>
    <dgm:pt modelId="{A1A34790-DB72-FD4B-94B9-779FC6B0E0D9}" type="pres">
      <dgm:prSet presAssocID="{7A9FC50F-82F7-B743-BD6E-AAE44629581B}" presName="parentText" presStyleLbl="node1" presStyleIdx="1" presStyleCnt="4" custScaleX="54990">
        <dgm:presLayoutVars>
          <dgm:chMax val="1"/>
          <dgm:bulletEnabled val="1"/>
        </dgm:presLayoutVars>
      </dgm:prSet>
      <dgm:spPr/>
    </dgm:pt>
    <dgm:pt modelId="{320F8E81-12D6-5B4B-A66B-6FC58DFB1F77}" type="pres">
      <dgm:prSet presAssocID="{7A9FC50F-82F7-B743-BD6E-AAE44629581B}" presName="descendantText" presStyleLbl="alignAccFollowNode1" presStyleIdx="1" presStyleCnt="4">
        <dgm:presLayoutVars>
          <dgm:bulletEnabled val="1"/>
        </dgm:presLayoutVars>
      </dgm:prSet>
      <dgm:spPr/>
    </dgm:pt>
    <dgm:pt modelId="{67F6A0F6-2A71-0646-8AA6-30D55EBDC141}" type="pres">
      <dgm:prSet presAssocID="{23AD601F-B97A-714B-B43B-21260F4C9C48}" presName="sp" presStyleCnt="0"/>
      <dgm:spPr/>
    </dgm:pt>
    <dgm:pt modelId="{82983C64-1C26-614F-AB6E-380F1EAB9DB9}" type="pres">
      <dgm:prSet presAssocID="{28EA5AF8-8856-F245-ACF2-111952B39E50}" presName="linNode" presStyleCnt="0"/>
      <dgm:spPr/>
    </dgm:pt>
    <dgm:pt modelId="{30B62F83-050B-8A46-A728-08C33B3190B4}" type="pres">
      <dgm:prSet presAssocID="{28EA5AF8-8856-F245-ACF2-111952B39E50}" presName="parentText" presStyleLbl="node1" presStyleIdx="2" presStyleCnt="4" custScaleX="54990">
        <dgm:presLayoutVars>
          <dgm:chMax val="1"/>
          <dgm:bulletEnabled val="1"/>
        </dgm:presLayoutVars>
      </dgm:prSet>
      <dgm:spPr/>
    </dgm:pt>
    <dgm:pt modelId="{76EB236A-FB8E-1F4F-A259-56E8753C4EA7}" type="pres">
      <dgm:prSet presAssocID="{28EA5AF8-8856-F245-ACF2-111952B39E50}" presName="descendantText" presStyleLbl="alignAccFollowNode1" presStyleIdx="2" presStyleCnt="4">
        <dgm:presLayoutVars>
          <dgm:bulletEnabled val="1"/>
        </dgm:presLayoutVars>
      </dgm:prSet>
      <dgm:spPr/>
    </dgm:pt>
    <dgm:pt modelId="{B9F82398-AEA9-9E4D-A620-BB143EC1DFEF}" type="pres">
      <dgm:prSet presAssocID="{14D17AC5-F476-324A-922C-1CFD8CF0DB94}" presName="sp" presStyleCnt="0"/>
      <dgm:spPr/>
    </dgm:pt>
    <dgm:pt modelId="{1400DD44-7934-5644-963C-008CFC5F5C9C}" type="pres">
      <dgm:prSet presAssocID="{C1BDFA1F-7CD7-BA40-8582-5254949610CC}" presName="linNode" presStyleCnt="0"/>
      <dgm:spPr/>
    </dgm:pt>
    <dgm:pt modelId="{3A2CACEC-8B35-6740-A36D-820AAE4AE6C6}" type="pres">
      <dgm:prSet presAssocID="{C1BDFA1F-7CD7-BA40-8582-5254949610CC}" presName="parentText" presStyleLbl="node1" presStyleIdx="3" presStyleCnt="4" custScaleX="55273">
        <dgm:presLayoutVars>
          <dgm:chMax val="1"/>
          <dgm:bulletEnabled val="1"/>
        </dgm:presLayoutVars>
      </dgm:prSet>
      <dgm:spPr/>
    </dgm:pt>
    <dgm:pt modelId="{7436A075-4DA0-2A49-B51B-8F0E767AEDFA}" type="pres">
      <dgm:prSet presAssocID="{C1BDFA1F-7CD7-BA40-8582-5254949610CC}" presName="descendantText" presStyleLbl="alignAccFollowNode1" presStyleIdx="3" presStyleCnt="4">
        <dgm:presLayoutVars>
          <dgm:bulletEnabled val="1"/>
        </dgm:presLayoutVars>
      </dgm:prSet>
      <dgm:spPr/>
    </dgm:pt>
  </dgm:ptLst>
  <dgm:cxnLst>
    <dgm:cxn modelId="{F2F55803-3072-D94B-BAB5-CAFE3D667A79}" srcId="{7A9FC50F-82F7-B743-BD6E-AAE44629581B}" destId="{36B788BC-3715-4B43-854D-FAD9CF523496}" srcOrd="0" destOrd="0" parTransId="{2E5435B4-162A-534A-A1AE-EB8BBACE58A4}" sibTransId="{461E4BD7-DCE5-7B4B-B690-DFDACE328627}"/>
    <dgm:cxn modelId="{6F76581B-ED1B-C041-91C4-9204F8605519}" srcId="{28EA5AF8-8856-F245-ACF2-111952B39E50}" destId="{AF765F9B-A56D-D443-A934-BD95393928D8}" srcOrd="0" destOrd="0" parTransId="{04569FE1-47CB-0141-9562-FD8EC2EB30B3}" sibTransId="{F9A0A0CB-54BE-A14E-8FC1-E332CB1F402F}"/>
    <dgm:cxn modelId="{5AEF741E-6A50-E745-BAB0-2F2F9DAC74E5}" type="presOf" srcId="{8003F988-6A31-C940-AD48-37C97CB8B9C5}" destId="{0F391249-5010-234D-BFEA-E6E62BE466F4}" srcOrd="0" destOrd="0" presId="urn:microsoft.com/office/officeart/2005/8/layout/vList5"/>
    <dgm:cxn modelId="{FEAAAC32-3C50-A043-AFED-38FAF8C49E11}" type="presOf" srcId="{AF765F9B-A56D-D443-A934-BD95393928D8}" destId="{76EB236A-FB8E-1F4F-A259-56E8753C4EA7}" srcOrd="0" destOrd="0" presId="urn:microsoft.com/office/officeart/2005/8/layout/vList5"/>
    <dgm:cxn modelId="{9FF09E3C-8B2F-2E43-BFAB-C956F686D34C}" type="presOf" srcId="{68465EC6-DBEC-0E45-A6DB-0677FDBDDC96}" destId="{FD9674AA-A84A-DF40-B511-74F47C5619D6}" srcOrd="0" destOrd="0" presId="urn:microsoft.com/office/officeart/2005/8/layout/vList5"/>
    <dgm:cxn modelId="{FEBC195A-B8E5-C449-BF58-6D0692510430}" type="presOf" srcId="{7A9FC50F-82F7-B743-BD6E-AAE44629581B}" destId="{A1A34790-DB72-FD4B-94B9-779FC6B0E0D9}" srcOrd="0" destOrd="0" presId="urn:microsoft.com/office/officeart/2005/8/layout/vList5"/>
    <dgm:cxn modelId="{9EB5D05D-DFCD-F64E-A5D8-B84C48C90EF4}" srcId="{8DEEB1B4-3A2D-3944-9D69-22608069DC05}" destId="{68465EC6-DBEC-0E45-A6DB-0677FDBDDC96}" srcOrd="0" destOrd="0" parTransId="{8302E8BB-566D-B24E-903D-8B7BBEBEF2E7}" sibTransId="{89C3AA7E-7DFD-9A4B-AE85-D95DFBA270DB}"/>
    <dgm:cxn modelId="{5302B55F-EB9D-6844-96B1-60B1A78F5DEA}" srcId="{C1BDFA1F-7CD7-BA40-8582-5254949610CC}" destId="{A88F9CBB-CB7D-BF4F-AB0E-7A42E3568632}" srcOrd="0" destOrd="0" parTransId="{4ABDA3D9-4821-F24D-8437-27A581E23D54}" sibTransId="{43E83EBE-CA10-2448-8420-F9460DFC9A24}"/>
    <dgm:cxn modelId="{62D44272-FA2B-034D-B7BF-3AC688BB5E4E}" type="presOf" srcId="{C1BDFA1F-7CD7-BA40-8582-5254949610CC}" destId="{3A2CACEC-8B35-6740-A36D-820AAE4AE6C6}" srcOrd="0" destOrd="0" presId="urn:microsoft.com/office/officeart/2005/8/layout/vList5"/>
    <dgm:cxn modelId="{F3F42A8E-2ED0-974D-A566-8B6050EE9560}" type="presOf" srcId="{A88F9CBB-CB7D-BF4F-AB0E-7A42E3568632}" destId="{7436A075-4DA0-2A49-B51B-8F0E767AEDFA}" srcOrd="0" destOrd="0" presId="urn:microsoft.com/office/officeart/2005/8/layout/vList5"/>
    <dgm:cxn modelId="{8520A08F-AA22-9148-82E9-2114D8501328}" srcId="{8DEEB1B4-3A2D-3944-9D69-22608069DC05}" destId="{7A9FC50F-82F7-B743-BD6E-AAE44629581B}" srcOrd="1" destOrd="0" parTransId="{B920610D-C93F-9643-92A9-092077AF659A}" sibTransId="{23AD601F-B97A-714B-B43B-21260F4C9C48}"/>
    <dgm:cxn modelId="{68BBD49D-E230-CD4E-98E0-42CB87B78757}" type="presOf" srcId="{36B788BC-3715-4B43-854D-FAD9CF523496}" destId="{320F8E81-12D6-5B4B-A66B-6FC58DFB1F77}" srcOrd="0" destOrd="0" presId="urn:microsoft.com/office/officeart/2005/8/layout/vList5"/>
    <dgm:cxn modelId="{C3292BA4-498F-784B-83F4-6CD3B9773C1E}" type="presOf" srcId="{8DEEB1B4-3A2D-3944-9D69-22608069DC05}" destId="{E5CFF174-8498-6F47-A0C6-B9338A8DC4E6}" srcOrd="0" destOrd="0" presId="urn:microsoft.com/office/officeart/2005/8/layout/vList5"/>
    <dgm:cxn modelId="{772A52AD-74DA-CE4B-A8D6-F2D939464285}" srcId="{8DEEB1B4-3A2D-3944-9D69-22608069DC05}" destId="{C1BDFA1F-7CD7-BA40-8582-5254949610CC}" srcOrd="3" destOrd="0" parTransId="{0692A4F0-D261-0842-A7BF-FCEB51762D91}" sibTransId="{271A241D-9E42-394B-97B4-5A55C2094EC5}"/>
    <dgm:cxn modelId="{32C5DFB4-34AF-4141-9474-718C18FD3F41}" srcId="{68465EC6-DBEC-0E45-A6DB-0677FDBDDC96}" destId="{8003F988-6A31-C940-AD48-37C97CB8B9C5}" srcOrd="0" destOrd="0" parTransId="{F605F6A1-BCC7-C545-AF91-BF7D6AF8133F}" sibTransId="{7A0AE5F1-841C-0B4C-B5BD-A7C2CFDB6DB5}"/>
    <dgm:cxn modelId="{3A7FFED5-461C-3248-88CC-92822E1E963E}" srcId="{8DEEB1B4-3A2D-3944-9D69-22608069DC05}" destId="{28EA5AF8-8856-F245-ACF2-111952B39E50}" srcOrd="2" destOrd="0" parTransId="{C999BBE0-46AD-6B4F-8DA6-4CCB52FC9FB7}" sibTransId="{14D17AC5-F476-324A-922C-1CFD8CF0DB94}"/>
    <dgm:cxn modelId="{851469FB-4C99-A54D-A41F-E50E83373763}" type="presOf" srcId="{28EA5AF8-8856-F245-ACF2-111952B39E50}" destId="{30B62F83-050B-8A46-A728-08C33B3190B4}" srcOrd="0" destOrd="0" presId="urn:microsoft.com/office/officeart/2005/8/layout/vList5"/>
    <dgm:cxn modelId="{72CF8BFE-56F1-9A4A-BC44-D723422CC53E}" type="presParOf" srcId="{E5CFF174-8498-6F47-A0C6-B9338A8DC4E6}" destId="{C58614B0-7D49-634F-BB76-7DA75D3D2ECD}" srcOrd="0" destOrd="0" presId="urn:microsoft.com/office/officeart/2005/8/layout/vList5"/>
    <dgm:cxn modelId="{0144E7AA-7869-5143-9002-0A7B2E265515}" type="presParOf" srcId="{C58614B0-7D49-634F-BB76-7DA75D3D2ECD}" destId="{FD9674AA-A84A-DF40-B511-74F47C5619D6}" srcOrd="0" destOrd="0" presId="urn:microsoft.com/office/officeart/2005/8/layout/vList5"/>
    <dgm:cxn modelId="{D7D5A447-341F-BC4B-9BFD-DD65EAF160DD}" type="presParOf" srcId="{C58614B0-7D49-634F-BB76-7DA75D3D2ECD}" destId="{0F391249-5010-234D-BFEA-E6E62BE466F4}" srcOrd="1" destOrd="0" presId="urn:microsoft.com/office/officeart/2005/8/layout/vList5"/>
    <dgm:cxn modelId="{B90E6195-6D16-0B42-8995-CBC94C0FD0FD}" type="presParOf" srcId="{E5CFF174-8498-6F47-A0C6-B9338A8DC4E6}" destId="{BDCAD410-B1C3-004A-940C-967BB4DC2D30}" srcOrd="1" destOrd="0" presId="urn:microsoft.com/office/officeart/2005/8/layout/vList5"/>
    <dgm:cxn modelId="{3A7AD413-334F-CE4F-AB46-46142B2F0258}" type="presParOf" srcId="{E5CFF174-8498-6F47-A0C6-B9338A8DC4E6}" destId="{A9CFC978-E1DA-E542-9621-50CA8E241F27}" srcOrd="2" destOrd="0" presId="urn:microsoft.com/office/officeart/2005/8/layout/vList5"/>
    <dgm:cxn modelId="{042749C1-0122-E645-9622-B2C7D8534CB0}" type="presParOf" srcId="{A9CFC978-E1DA-E542-9621-50CA8E241F27}" destId="{A1A34790-DB72-FD4B-94B9-779FC6B0E0D9}" srcOrd="0" destOrd="0" presId="urn:microsoft.com/office/officeart/2005/8/layout/vList5"/>
    <dgm:cxn modelId="{BEDE9F9D-5D39-FF4B-BCFF-44FB26800207}" type="presParOf" srcId="{A9CFC978-E1DA-E542-9621-50CA8E241F27}" destId="{320F8E81-12D6-5B4B-A66B-6FC58DFB1F77}" srcOrd="1" destOrd="0" presId="urn:microsoft.com/office/officeart/2005/8/layout/vList5"/>
    <dgm:cxn modelId="{01957EE5-A9B7-F94B-9CBC-0CC165EBCEDD}" type="presParOf" srcId="{E5CFF174-8498-6F47-A0C6-B9338A8DC4E6}" destId="{67F6A0F6-2A71-0646-8AA6-30D55EBDC141}" srcOrd="3" destOrd="0" presId="urn:microsoft.com/office/officeart/2005/8/layout/vList5"/>
    <dgm:cxn modelId="{E598DC06-B55C-734D-AFBD-DA792FF106C8}" type="presParOf" srcId="{E5CFF174-8498-6F47-A0C6-B9338A8DC4E6}" destId="{82983C64-1C26-614F-AB6E-380F1EAB9DB9}" srcOrd="4" destOrd="0" presId="urn:microsoft.com/office/officeart/2005/8/layout/vList5"/>
    <dgm:cxn modelId="{09DFAA2D-7DD5-7543-9A83-54A3DCF606AE}" type="presParOf" srcId="{82983C64-1C26-614F-AB6E-380F1EAB9DB9}" destId="{30B62F83-050B-8A46-A728-08C33B3190B4}" srcOrd="0" destOrd="0" presId="urn:microsoft.com/office/officeart/2005/8/layout/vList5"/>
    <dgm:cxn modelId="{4E927FB2-8A13-614B-B94F-D9B1D438A541}" type="presParOf" srcId="{82983C64-1C26-614F-AB6E-380F1EAB9DB9}" destId="{76EB236A-FB8E-1F4F-A259-56E8753C4EA7}" srcOrd="1" destOrd="0" presId="urn:microsoft.com/office/officeart/2005/8/layout/vList5"/>
    <dgm:cxn modelId="{4C82432C-C9CC-2B47-92FD-479B201111FC}" type="presParOf" srcId="{E5CFF174-8498-6F47-A0C6-B9338A8DC4E6}" destId="{B9F82398-AEA9-9E4D-A620-BB143EC1DFEF}" srcOrd="5" destOrd="0" presId="urn:microsoft.com/office/officeart/2005/8/layout/vList5"/>
    <dgm:cxn modelId="{D81593F2-26BF-E14E-BFEE-FAF4D840FC70}" type="presParOf" srcId="{E5CFF174-8498-6F47-A0C6-B9338A8DC4E6}" destId="{1400DD44-7934-5644-963C-008CFC5F5C9C}" srcOrd="6" destOrd="0" presId="urn:microsoft.com/office/officeart/2005/8/layout/vList5"/>
    <dgm:cxn modelId="{FB0E545D-C477-4647-9182-00F1C8DD0843}" type="presParOf" srcId="{1400DD44-7934-5644-963C-008CFC5F5C9C}" destId="{3A2CACEC-8B35-6740-A36D-820AAE4AE6C6}" srcOrd="0" destOrd="0" presId="urn:microsoft.com/office/officeart/2005/8/layout/vList5"/>
    <dgm:cxn modelId="{7300D384-585C-BC45-8188-11E85D986FC3}" type="presParOf" srcId="{1400DD44-7934-5644-963C-008CFC5F5C9C}" destId="{7436A075-4DA0-2A49-B51B-8F0E767AEDFA}"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352AF93-DBDC-3546-B995-CC84C9A1EAD5}" type="doc">
      <dgm:prSet loTypeId="urn:microsoft.com/office/officeart/2005/8/layout/chevron2" loCatId="" qsTypeId="urn:microsoft.com/office/officeart/2005/8/quickstyle/simple1" qsCatId="simple" csTypeId="urn:microsoft.com/office/officeart/2005/8/colors/colorful1" csCatId="colorful" phldr="1"/>
      <dgm:spPr/>
      <dgm:t>
        <a:bodyPr/>
        <a:lstStyle/>
        <a:p>
          <a:endParaRPr lang="zh-CN" altLang="en-US"/>
        </a:p>
      </dgm:t>
    </dgm:pt>
    <dgm:pt modelId="{2015C54C-CD19-F645-B1D7-8062DE403D0F}">
      <dgm:prSet phldrT="[文本]"/>
      <dgm:spPr/>
      <dgm:t>
        <a:bodyPr/>
        <a:lstStyle/>
        <a:p>
          <a:r>
            <a:rPr lang="zh-CN" altLang="en-US" dirty="0">
              <a:latin typeface="KaiTi" panose="02010609060101010101" pitchFamily="49" charset="-122"/>
              <a:ea typeface="KaiTi" panose="02010609060101010101" pitchFamily="49" charset="-122"/>
            </a:rPr>
            <a:t>数学思维</a:t>
          </a:r>
        </a:p>
      </dgm:t>
    </dgm:pt>
    <dgm:pt modelId="{4979A0AC-E806-9A4C-BAD7-4A26252D6ED9}" type="parTrans" cxnId="{08B0A6CB-7027-4D4C-B92C-2B164E30978F}">
      <dgm:prSet/>
      <dgm:spPr/>
      <dgm:t>
        <a:bodyPr/>
        <a:lstStyle/>
        <a:p>
          <a:endParaRPr lang="zh-CN" altLang="en-US"/>
        </a:p>
      </dgm:t>
    </dgm:pt>
    <dgm:pt modelId="{93CADE6C-EC93-8A4A-A892-CB91306AF5B2}" type="sibTrans" cxnId="{08B0A6CB-7027-4D4C-B92C-2B164E30978F}">
      <dgm:prSet/>
      <dgm:spPr/>
      <dgm:t>
        <a:bodyPr/>
        <a:lstStyle/>
        <a:p>
          <a:endParaRPr lang="zh-CN" altLang="en-US"/>
        </a:p>
      </dgm:t>
    </dgm:pt>
    <dgm:pt modelId="{2279D338-D0EE-304C-822A-572031DB58F8}">
      <dgm:prSet phldrT="[文本]"/>
      <dgm:spPr/>
      <dgm:t>
        <a:bodyPr/>
        <a:lstStyle/>
        <a:p>
          <a:r>
            <a:rPr lang="zh-CN" altLang="en-US" dirty="0">
              <a:latin typeface="KaiTi" panose="02010609060101010101" pitchFamily="49" charset="-122"/>
              <a:ea typeface="KaiTi" panose="02010609060101010101" pitchFamily="49" charset="-122"/>
            </a:rPr>
            <a:t>理想情形</a:t>
          </a:r>
        </a:p>
      </dgm:t>
    </dgm:pt>
    <dgm:pt modelId="{EB56D01D-A2CB-A04D-A153-42DA2E0160F3}" type="parTrans" cxnId="{9767A3A4-BE0B-4847-A510-45AEEF7809FE}">
      <dgm:prSet/>
      <dgm:spPr/>
      <dgm:t>
        <a:bodyPr/>
        <a:lstStyle/>
        <a:p>
          <a:endParaRPr lang="zh-CN" altLang="en-US"/>
        </a:p>
      </dgm:t>
    </dgm:pt>
    <dgm:pt modelId="{15239AD0-7C0D-8F49-B9CB-05D935AC5FB8}" type="sibTrans" cxnId="{9767A3A4-BE0B-4847-A510-45AEEF7809FE}">
      <dgm:prSet/>
      <dgm:spPr/>
      <dgm:t>
        <a:bodyPr/>
        <a:lstStyle/>
        <a:p>
          <a:endParaRPr lang="zh-CN" altLang="en-US"/>
        </a:p>
      </dgm:t>
    </dgm:pt>
    <dgm:pt modelId="{A96EE8FD-3AA9-6F4A-8A57-5C9E938655A7}">
      <dgm:prSet phldrT="[文本]"/>
      <dgm:spPr>
        <a:solidFill>
          <a:srgbClr val="C00000"/>
        </a:solidFill>
      </dgm:spPr>
      <dgm:t>
        <a:bodyPr/>
        <a:lstStyle/>
        <a:p>
          <a:r>
            <a:rPr lang="zh-CN" altLang="en-US" dirty="0">
              <a:latin typeface="KaiTi" panose="02010609060101010101" pitchFamily="49" charset="-122"/>
              <a:ea typeface="KaiTi" panose="02010609060101010101" pitchFamily="49" charset="-122"/>
            </a:rPr>
            <a:t>算法思维</a:t>
          </a:r>
        </a:p>
      </dgm:t>
    </dgm:pt>
    <dgm:pt modelId="{4253DDF9-5541-3C42-95CD-3D2BA9FF0DD2}" type="parTrans" cxnId="{3EC82ABC-76E4-0047-99E4-644EAE738C0E}">
      <dgm:prSet/>
      <dgm:spPr/>
      <dgm:t>
        <a:bodyPr/>
        <a:lstStyle/>
        <a:p>
          <a:endParaRPr lang="zh-CN" altLang="en-US"/>
        </a:p>
      </dgm:t>
    </dgm:pt>
    <dgm:pt modelId="{80CB5576-154F-E847-B5BA-D8D8A197D7E4}" type="sibTrans" cxnId="{3EC82ABC-76E4-0047-99E4-644EAE738C0E}">
      <dgm:prSet/>
      <dgm:spPr/>
      <dgm:t>
        <a:bodyPr/>
        <a:lstStyle/>
        <a:p>
          <a:endParaRPr lang="zh-CN" altLang="en-US"/>
        </a:p>
      </dgm:t>
    </dgm:pt>
    <dgm:pt modelId="{889C5416-CF02-3342-845A-7735220FC77A}">
      <dgm:prSet phldrT="[文本]"/>
      <dgm:spPr>
        <a:solidFill>
          <a:schemeClr val="accent1"/>
        </a:solidFill>
      </dgm:spPr>
      <dgm:t>
        <a:bodyPr/>
        <a:lstStyle/>
        <a:p>
          <a:r>
            <a:rPr lang="zh-CN" altLang="en-US" dirty="0">
              <a:latin typeface="KaiTi" panose="02010609060101010101" pitchFamily="49" charset="-122"/>
              <a:ea typeface="KaiTi" panose="02010609060101010101" pitchFamily="49" charset="-122"/>
            </a:rPr>
            <a:t>工程思维</a:t>
          </a:r>
        </a:p>
      </dgm:t>
    </dgm:pt>
    <dgm:pt modelId="{CB49FB88-40B8-6A48-AEEC-6CF222B35670}" type="parTrans" cxnId="{01B7DF0B-ED4D-BA4A-B0B1-08DA5D22051B}">
      <dgm:prSet/>
      <dgm:spPr/>
      <dgm:t>
        <a:bodyPr/>
        <a:lstStyle/>
        <a:p>
          <a:endParaRPr lang="zh-CN" altLang="en-US"/>
        </a:p>
      </dgm:t>
    </dgm:pt>
    <dgm:pt modelId="{39033BFB-7AD4-C343-B674-135BA3F4C96B}" type="sibTrans" cxnId="{01B7DF0B-ED4D-BA4A-B0B1-08DA5D22051B}">
      <dgm:prSet/>
      <dgm:spPr/>
      <dgm:t>
        <a:bodyPr/>
        <a:lstStyle/>
        <a:p>
          <a:endParaRPr lang="zh-CN" altLang="en-US"/>
        </a:p>
      </dgm:t>
    </dgm:pt>
    <dgm:pt modelId="{65CD155F-A83E-804A-BF6E-3D738DFB741E}">
      <dgm:prSet phldrT="[文本]" custT="1"/>
      <dgm:spPr/>
      <dgm:t>
        <a:bodyPr/>
        <a:lstStyle/>
        <a:p>
          <a:pPr marL="114300" lvl="1" indent="-114300" algn="l" defTabSz="577850">
            <a:lnSpc>
              <a:spcPct val="90000"/>
            </a:lnSpc>
            <a:spcBef>
              <a:spcPct val="0"/>
            </a:spcBef>
            <a:spcAft>
              <a:spcPct val="15000"/>
            </a:spcAft>
            <a:buChar char="•"/>
          </a:pPr>
          <a:r>
            <a:rPr lang="zh-CN" altLang="en-US" sz="1600" kern="1200" dirty="0">
              <a:solidFill>
                <a:prstClr val="black">
                  <a:hueOff val="0"/>
                  <a:satOff val="0"/>
                  <a:lumOff val="0"/>
                  <a:alphaOff val="0"/>
                </a:prstClr>
              </a:solidFill>
              <a:latin typeface="KaiTi" panose="02010609060101010101" pitchFamily="49" charset="-122"/>
              <a:ea typeface="KaiTi" panose="02010609060101010101" pitchFamily="49" charset="-122"/>
              <a:cs typeface="+mn-cs"/>
            </a:rPr>
            <a:t>大规模</a:t>
          </a:r>
        </a:p>
      </dgm:t>
    </dgm:pt>
    <dgm:pt modelId="{96BDD60F-00A6-924F-B02C-604A01619C17}" type="parTrans" cxnId="{7022298C-8D56-7947-A5F4-6F0F67C7D867}">
      <dgm:prSet/>
      <dgm:spPr/>
      <dgm:t>
        <a:bodyPr/>
        <a:lstStyle/>
        <a:p>
          <a:endParaRPr lang="zh-CN" altLang="en-US"/>
        </a:p>
      </dgm:t>
    </dgm:pt>
    <dgm:pt modelId="{117569E4-FFAD-CA4C-A3F7-CEBB31B3B34E}" type="sibTrans" cxnId="{7022298C-8D56-7947-A5F4-6F0F67C7D867}">
      <dgm:prSet/>
      <dgm:spPr/>
      <dgm:t>
        <a:bodyPr/>
        <a:lstStyle/>
        <a:p>
          <a:endParaRPr lang="zh-CN" altLang="en-US"/>
        </a:p>
      </dgm:t>
    </dgm:pt>
    <dgm:pt modelId="{437BCEBA-BD12-4B41-BFD3-3173C19990EA}">
      <dgm:prSet phldrT="[文本]"/>
      <dgm:spPr/>
      <dgm:t>
        <a:bodyPr/>
        <a:lstStyle/>
        <a:p>
          <a:r>
            <a:rPr lang="zh-CN" altLang="en-US" dirty="0">
              <a:latin typeface="KaiTi" panose="02010609060101010101" pitchFamily="49" charset="-122"/>
              <a:ea typeface="KaiTi" panose="02010609060101010101" pitchFamily="49" charset="-122"/>
            </a:rPr>
            <a:t>存在性</a:t>
          </a:r>
        </a:p>
      </dgm:t>
    </dgm:pt>
    <dgm:pt modelId="{155415F7-76C3-1342-A5ED-1CE50E6A200E}" type="parTrans" cxnId="{E86D68DA-06C8-824D-9024-D55E2CB1BBDE}">
      <dgm:prSet/>
      <dgm:spPr/>
      <dgm:t>
        <a:bodyPr/>
        <a:lstStyle/>
        <a:p>
          <a:endParaRPr lang="zh-CN" altLang="en-US"/>
        </a:p>
      </dgm:t>
    </dgm:pt>
    <dgm:pt modelId="{4ECA8808-398C-534E-BAF5-61B348DFD73C}" type="sibTrans" cxnId="{E86D68DA-06C8-824D-9024-D55E2CB1BBDE}">
      <dgm:prSet/>
      <dgm:spPr/>
      <dgm:t>
        <a:bodyPr/>
        <a:lstStyle/>
        <a:p>
          <a:endParaRPr lang="zh-CN" altLang="en-US"/>
        </a:p>
      </dgm:t>
    </dgm:pt>
    <dgm:pt modelId="{E3970245-B3F4-1949-A4BC-B387CB9081B8}">
      <dgm:prSet phldrT="[文本]"/>
      <dgm:spPr/>
      <dgm:t>
        <a:bodyPr/>
        <a:lstStyle/>
        <a:p>
          <a:r>
            <a:rPr lang="zh-CN" altLang="en-US" dirty="0">
              <a:latin typeface="KaiTi" panose="02010609060101010101" pitchFamily="49" charset="-122"/>
              <a:ea typeface="KaiTi" panose="02010609060101010101" pitchFamily="49" charset="-122"/>
            </a:rPr>
            <a:t>允许误差</a:t>
          </a:r>
        </a:p>
      </dgm:t>
    </dgm:pt>
    <dgm:pt modelId="{B51AD9F0-1B15-BC4D-A0AE-CBF5D43FF68D}" type="parTrans" cxnId="{8EF1E1B2-52CF-B847-9976-1987D1097CA0}">
      <dgm:prSet/>
      <dgm:spPr/>
      <dgm:t>
        <a:bodyPr/>
        <a:lstStyle/>
        <a:p>
          <a:endParaRPr lang="zh-CN" altLang="en-US"/>
        </a:p>
      </dgm:t>
    </dgm:pt>
    <dgm:pt modelId="{513CA31F-A484-EC4A-9A13-785599E05D6A}" type="sibTrans" cxnId="{8EF1E1B2-52CF-B847-9976-1987D1097CA0}">
      <dgm:prSet/>
      <dgm:spPr/>
      <dgm:t>
        <a:bodyPr/>
        <a:lstStyle/>
        <a:p>
          <a:endParaRPr lang="zh-CN" altLang="en-US"/>
        </a:p>
      </dgm:t>
    </dgm:pt>
    <dgm:pt modelId="{CB18E7D9-0D97-A049-8E38-8FC390921B01}">
      <dgm:prSet phldrT="[文本]"/>
      <dgm:spPr/>
      <dgm:t>
        <a:bodyPr/>
        <a:lstStyle/>
        <a:p>
          <a:r>
            <a:rPr lang="zh-CN" altLang="en-US" dirty="0">
              <a:latin typeface="KaiTi" panose="02010609060101010101" pitchFamily="49" charset="-122"/>
              <a:ea typeface="KaiTi" panose="02010609060101010101" pitchFamily="49" charset="-122"/>
            </a:rPr>
            <a:t>复杂度</a:t>
          </a:r>
          <a:r>
            <a:rPr lang="en-US" altLang="zh-CN" dirty="0">
              <a:latin typeface="KaiTi" panose="02010609060101010101" pitchFamily="49" charset="-122"/>
              <a:ea typeface="KaiTi" panose="02010609060101010101" pitchFamily="49" charset="-122"/>
            </a:rPr>
            <a:t>/</a:t>
          </a:r>
          <a:r>
            <a:rPr lang="zh-CN" altLang="en-US" dirty="0">
              <a:latin typeface="KaiTi" panose="02010609060101010101" pitchFamily="49" charset="-122"/>
              <a:ea typeface="KaiTi" panose="02010609060101010101" pitchFamily="49" charset="-122"/>
            </a:rPr>
            <a:t>效率</a:t>
          </a:r>
        </a:p>
      </dgm:t>
    </dgm:pt>
    <dgm:pt modelId="{C5D2DFC3-2073-5440-9389-1711760ABD37}" type="parTrans" cxnId="{62968B35-27B2-3F4C-9657-22635ADDD5C7}">
      <dgm:prSet/>
      <dgm:spPr/>
      <dgm:t>
        <a:bodyPr/>
        <a:lstStyle/>
        <a:p>
          <a:endParaRPr lang="zh-CN" altLang="en-US"/>
        </a:p>
      </dgm:t>
    </dgm:pt>
    <dgm:pt modelId="{ADBF435C-E460-0546-B043-4DDE07543C6D}" type="sibTrans" cxnId="{62968B35-27B2-3F4C-9657-22635ADDD5C7}">
      <dgm:prSet/>
      <dgm:spPr/>
      <dgm:t>
        <a:bodyPr/>
        <a:lstStyle/>
        <a:p>
          <a:endParaRPr lang="zh-CN" altLang="en-US"/>
        </a:p>
      </dgm:t>
    </dgm:pt>
    <dgm:pt modelId="{F57DE3D3-BE76-824D-BE15-A63C916E74DB}">
      <dgm:prSet phldrT="[文本]" custT="1"/>
      <dgm:spPr/>
      <dgm:t>
        <a:bodyPr/>
        <a:lstStyle/>
        <a:p>
          <a:pPr marL="114300" lvl="1" indent="-114300" algn="l" defTabSz="577850">
            <a:lnSpc>
              <a:spcPct val="90000"/>
            </a:lnSpc>
            <a:spcBef>
              <a:spcPct val="0"/>
            </a:spcBef>
            <a:spcAft>
              <a:spcPct val="15000"/>
            </a:spcAft>
            <a:buChar char="•"/>
          </a:pPr>
          <a:r>
            <a:rPr lang="zh-CN" altLang="en-US" sz="1600" kern="1200" dirty="0">
              <a:solidFill>
                <a:prstClr val="black">
                  <a:hueOff val="0"/>
                  <a:satOff val="0"/>
                  <a:lumOff val="0"/>
                  <a:alphaOff val="0"/>
                </a:prstClr>
              </a:solidFill>
              <a:latin typeface="KaiTi" panose="02010609060101010101" pitchFamily="49" charset="-122"/>
              <a:ea typeface="KaiTi" panose="02010609060101010101" pitchFamily="49" charset="-122"/>
              <a:cs typeface="+mn-cs"/>
            </a:rPr>
            <a:t>稳定性</a:t>
          </a:r>
        </a:p>
      </dgm:t>
    </dgm:pt>
    <dgm:pt modelId="{97C0EC80-33D5-964F-86FF-3BB3090E2466}" type="sibTrans" cxnId="{5EE0B1CB-C638-BA41-A12F-B4D50126B9E2}">
      <dgm:prSet/>
      <dgm:spPr/>
      <dgm:t>
        <a:bodyPr/>
        <a:lstStyle/>
        <a:p>
          <a:endParaRPr lang="zh-CN" altLang="en-US"/>
        </a:p>
      </dgm:t>
    </dgm:pt>
    <dgm:pt modelId="{53AF2DF2-CC51-B54A-A7E1-95AE53AFA79E}" type="parTrans" cxnId="{5EE0B1CB-C638-BA41-A12F-B4D50126B9E2}">
      <dgm:prSet/>
      <dgm:spPr/>
      <dgm:t>
        <a:bodyPr/>
        <a:lstStyle/>
        <a:p>
          <a:endParaRPr lang="zh-CN" altLang="en-US"/>
        </a:p>
      </dgm:t>
    </dgm:pt>
    <dgm:pt modelId="{14BF26F7-A073-6743-91DD-CD6C3D4D46ED}">
      <dgm:prSet phldrT="[文本]"/>
      <dgm:spPr/>
      <dgm:t>
        <a:bodyPr/>
        <a:lstStyle/>
        <a:p>
          <a:r>
            <a:rPr lang="zh-CN" altLang="en-US" dirty="0">
              <a:latin typeface="KaiTi" panose="02010609060101010101" pitchFamily="49" charset="-122"/>
              <a:ea typeface="KaiTi" panose="02010609060101010101" pitchFamily="49" charset="-122"/>
            </a:rPr>
            <a:t>构造性</a:t>
          </a:r>
        </a:p>
      </dgm:t>
    </dgm:pt>
    <dgm:pt modelId="{5DACBB10-F7D9-1B46-A683-271489E8DB6E}" type="parTrans" cxnId="{84741998-0305-414A-B82A-869B44EF9E98}">
      <dgm:prSet/>
      <dgm:spPr/>
      <dgm:t>
        <a:bodyPr/>
        <a:lstStyle/>
        <a:p>
          <a:endParaRPr lang="zh-CN" altLang="en-US"/>
        </a:p>
      </dgm:t>
    </dgm:pt>
    <dgm:pt modelId="{CA15F0C1-D74E-C34D-82D4-F0DE11930B68}" type="sibTrans" cxnId="{84741998-0305-414A-B82A-869B44EF9E98}">
      <dgm:prSet/>
      <dgm:spPr/>
      <dgm:t>
        <a:bodyPr/>
        <a:lstStyle/>
        <a:p>
          <a:endParaRPr lang="zh-CN" altLang="en-US"/>
        </a:p>
      </dgm:t>
    </dgm:pt>
    <dgm:pt modelId="{92F36081-B3E4-AB40-ACDA-EE33AE0B3800}">
      <dgm:prSet phldrT="[文本]"/>
      <dgm:spPr/>
      <dgm:t>
        <a:bodyPr/>
        <a:lstStyle/>
        <a:p>
          <a:r>
            <a:rPr lang="zh-CN" altLang="en-US" dirty="0">
              <a:latin typeface="KaiTi" panose="02010609060101010101" pitchFamily="49" charset="-122"/>
              <a:ea typeface="KaiTi" panose="02010609060101010101" pitchFamily="49" charset="-122"/>
            </a:rPr>
            <a:t>不计效率</a:t>
          </a:r>
        </a:p>
      </dgm:t>
    </dgm:pt>
    <dgm:pt modelId="{22DC09B3-89FA-DD4D-B936-8CECD53433C9}" type="parTrans" cxnId="{82022B13-17DA-C547-B6E4-E03F6EBBDC52}">
      <dgm:prSet/>
      <dgm:spPr/>
      <dgm:t>
        <a:bodyPr/>
        <a:lstStyle/>
        <a:p>
          <a:endParaRPr lang="zh-CN" altLang="en-US"/>
        </a:p>
      </dgm:t>
    </dgm:pt>
    <dgm:pt modelId="{988AA58C-CC8E-CF48-ACB7-78098D33B0EA}" type="sibTrans" cxnId="{82022B13-17DA-C547-B6E4-E03F6EBBDC52}">
      <dgm:prSet/>
      <dgm:spPr/>
      <dgm:t>
        <a:bodyPr/>
        <a:lstStyle/>
        <a:p>
          <a:endParaRPr lang="zh-CN" altLang="en-US"/>
        </a:p>
      </dgm:t>
    </dgm:pt>
    <dgm:pt modelId="{1C7B44C8-DA81-EF41-BF86-7DC57C4BE6EA}">
      <dgm:prSet phldrT="[文本]" custT="1"/>
      <dgm:spPr/>
      <dgm:t>
        <a:bodyPr/>
        <a:lstStyle/>
        <a:p>
          <a:pPr marL="114300" lvl="1" indent="-114300" algn="l" defTabSz="577850">
            <a:lnSpc>
              <a:spcPct val="90000"/>
            </a:lnSpc>
            <a:spcBef>
              <a:spcPct val="0"/>
            </a:spcBef>
            <a:spcAft>
              <a:spcPct val="15000"/>
            </a:spcAft>
            <a:buChar char="•"/>
          </a:pPr>
          <a:r>
            <a:rPr lang="zh-CN" altLang="en-US" sz="1600" kern="1200" dirty="0">
              <a:solidFill>
                <a:prstClr val="black">
                  <a:hueOff val="0"/>
                  <a:satOff val="0"/>
                  <a:lumOff val="0"/>
                  <a:alphaOff val="0"/>
                </a:prstClr>
              </a:solidFill>
              <a:latin typeface="KaiTi" panose="02010609060101010101" pitchFamily="49" charset="-122"/>
              <a:ea typeface="KaiTi" panose="02010609060101010101" pitchFamily="49" charset="-122"/>
              <a:cs typeface="+mn-cs"/>
            </a:rPr>
            <a:t>商业成本</a:t>
          </a:r>
        </a:p>
      </dgm:t>
    </dgm:pt>
    <dgm:pt modelId="{7E72C3E6-C310-7B4E-B713-81B9456F4973}" type="parTrans" cxnId="{80101AE6-DAC8-F840-B79B-5F22A9C3FD53}">
      <dgm:prSet/>
      <dgm:spPr/>
      <dgm:t>
        <a:bodyPr/>
        <a:lstStyle/>
        <a:p>
          <a:endParaRPr lang="zh-CN" altLang="en-US"/>
        </a:p>
      </dgm:t>
    </dgm:pt>
    <dgm:pt modelId="{64750222-1AF0-1946-B36D-1C4EB03EDB9C}" type="sibTrans" cxnId="{80101AE6-DAC8-F840-B79B-5F22A9C3FD53}">
      <dgm:prSet/>
      <dgm:spPr/>
      <dgm:t>
        <a:bodyPr/>
        <a:lstStyle/>
        <a:p>
          <a:endParaRPr lang="zh-CN" altLang="en-US"/>
        </a:p>
      </dgm:t>
    </dgm:pt>
    <dgm:pt modelId="{2E5FEA55-D0AE-FA45-AC32-EF82ECE41784}" type="pres">
      <dgm:prSet presAssocID="{9352AF93-DBDC-3546-B995-CC84C9A1EAD5}" presName="linearFlow" presStyleCnt="0">
        <dgm:presLayoutVars>
          <dgm:dir/>
          <dgm:animLvl val="lvl"/>
          <dgm:resizeHandles val="exact"/>
        </dgm:presLayoutVars>
      </dgm:prSet>
      <dgm:spPr/>
    </dgm:pt>
    <dgm:pt modelId="{1AD95625-D230-E248-A97A-E2C030EA127A}" type="pres">
      <dgm:prSet presAssocID="{2015C54C-CD19-F645-B1D7-8062DE403D0F}" presName="composite" presStyleCnt="0"/>
      <dgm:spPr/>
    </dgm:pt>
    <dgm:pt modelId="{0DABF7C7-D767-984B-B8F7-8BF9D7BEB0EB}" type="pres">
      <dgm:prSet presAssocID="{2015C54C-CD19-F645-B1D7-8062DE403D0F}" presName="parentText" presStyleLbl="alignNode1" presStyleIdx="0" presStyleCnt="3">
        <dgm:presLayoutVars>
          <dgm:chMax val="1"/>
          <dgm:bulletEnabled val="1"/>
        </dgm:presLayoutVars>
      </dgm:prSet>
      <dgm:spPr/>
    </dgm:pt>
    <dgm:pt modelId="{F8C92664-930D-EF40-8514-C8C9A20ED449}" type="pres">
      <dgm:prSet presAssocID="{2015C54C-CD19-F645-B1D7-8062DE403D0F}" presName="descendantText" presStyleLbl="alignAcc1" presStyleIdx="0" presStyleCnt="3" custScaleX="63387" custLinFactNeighborX="-10082" custLinFactNeighborY="21510">
        <dgm:presLayoutVars>
          <dgm:bulletEnabled val="1"/>
        </dgm:presLayoutVars>
      </dgm:prSet>
      <dgm:spPr/>
    </dgm:pt>
    <dgm:pt modelId="{9C3FC4FC-901E-5D46-89A9-9FC7BDCDB5F4}" type="pres">
      <dgm:prSet presAssocID="{93CADE6C-EC93-8A4A-A892-CB91306AF5B2}" presName="sp" presStyleCnt="0"/>
      <dgm:spPr/>
    </dgm:pt>
    <dgm:pt modelId="{22ED5A2B-E84F-B542-A345-4DAD5B3D199E}" type="pres">
      <dgm:prSet presAssocID="{A96EE8FD-3AA9-6F4A-8A57-5C9E938655A7}" presName="composite" presStyleCnt="0"/>
      <dgm:spPr/>
    </dgm:pt>
    <dgm:pt modelId="{B3386829-4551-DD4A-B387-A2E2036BC805}" type="pres">
      <dgm:prSet presAssocID="{A96EE8FD-3AA9-6F4A-8A57-5C9E938655A7}" presName="parentText" presStyleLbl="alignNode1" presStyleIdx="1" presStyleCnt="3">
        <dgm:presLayoutVars>
          <dgm:chMax val="1"/>
          <dgm:bulletEnabled val="1"/>
        </dgm:presLayoutVars>
      </dgm:prSet>
      <dgm:spPr/>
    </dgm:pt>
    <dgm:pt modelId="{EBB1C085-12A4-6C4C-9C17-53B7D9073420}" type="pres">
      <dgm:prSet presAssocID="{A96EE8FD-3AA9-6F4A-8A57-5C9E938655A7}" presName="descendantText" presStyleLbl="alignAcc1" presStyleIdx="1" presStyleCnt="3" custScaleX="69402" custLinFactNeighborX="-10007" custLinFactNeighborY="23551">
        <dgm:presLayoutVars>
          <dgm:bulletEnabled val="1"/>
        </dgm:presLayoutVars>
      </dgm:prSet>
      <dgm:spPr/>
    </dgm:pt>
    <dgm:pt modelId="{428DFF69-7A1F-6E49-BC42-B0EA6186FE69}" type="pres">
      <dgm:prSet presAssocID="{80CB5576-154F-E847-B5BA-D8D8A197D7E4}" presName="sp" presStyleCnt="0"/>
      <dgm:spPr/>
    </dgm:pt>
    <dgm:pt modelId="{8402746E-A415-AB4E-A566-8F374463C550}" type="pres">
      <dgm:prSet presAssocID="{889C5416-CF02-3342-845A-7735220FC77A}" presName="composite" presStyleCnt="0"/>
      <dgm:spPr/>
    </dgm:pt>
    <dgm:pt modelId="{8E8B6D03-A575-FC47-B334-EB904C70FFF3}" type="pres">
      <dgm:prSet presAssocID="{889C5416-CF02-3342-845A-7735220FC77A}" presName="parentText" presStyleLbl="alignNode1" presStyleIdx="2" presStyleCnt="3">
        <dgm:presLayoutVars>
          <dgm:chMax val="1"/>
          <dgm:bulletEnabled val="1"/>
        </dgm:presLayoutVars>
      </dgm:prSet>
      <dgm:spPr/>
    </dgm:pt>
    <dgm:pt modelId="{6C1A7036-16B3-3C4B-A6DC-77E7441CA6A2}" type="pres">
      <dgm:prSet presAssocID="{889C5416-CF02-3342-845A-7735220FC77A}" presName="descendantText" presStyleLbl="alignAcc1" presStyleIdx="2" presStyleCnt="3" custScaleX="62197" custLinFactNeighborX="-11429" custLinFactNeighborY="39405">
        <dgm:presLayoutVars>
          <dgm:bulletEnabled val="1"/>
        </dgm:presLayoutVars>
      </dgm:prSet>
      <dgm:spPr/>
    </dgm:pt>
  </dgm:ptLst>
  <dgm:cxnLst>
    <dgm:cxn modelId="{01B7DF0B-ED4D-BA4A-B0B1-08DA5D22051B}" srcId="{9352AF93-DBDC-3546-B995-CC84C9A1EAD5}" destId="{889C5416-CF02-3342-845A-7735220FC77A}" srcOrd="2" destOrd="0" parTransId="{CB49FB88-40B8-6A48-AEEC-6CF222B35670}" sibTransId="{39033BFB-7AD4-C343-B674-135BA3F4C96B}"/>
    <dgm:cxn modelId="{82022B13-17DA-C547-B6E4-E03F6EBBDC52}" srcId="{2015C54C-CD19-F645-B1D7-8062DE403D0F}" destId="{92F36081-B3E4-AB40-ACDA-EE33AE0B3800}" srcOrd="2" destOrd="0" parTransId="{22DC09B3-89FA-DD4D-B936-8CECD53433C9}" sibTransId="{988AA58C-CC8E-CF48-ACB7-78098D33B0EA}"/>
    <dgm:cxn modelId="{4A9F1016-8D8D-4846-97FA-E6FA5083B84A}" type="presOf" srcId="{E3970245-B3F4-1949-A4BC-B387CB9081B8}" destId="{EBB1C085-12A4-6C4C-9C17-53B7D9073420}" srcOrd="0" destOrd="0" presId="urn:microsoft.com/office/officeart/2005/8/layout/chevron2"/>
    <dgm:cxn modelId="{CCAA0C1F-35DF-F447-920B-8EE7A95B37C9}" type="presOf" srcId="{92F36081-B3E4-AB40-ACDA-EE33AE0B3800}" destId="{F8C92664-930D-EF40-8514-C8C9A20ED449}" srcOrd="0" destOrd="2" presId="urn:microsoft.com/office/officeart/2005/8/layout/chevron2"/>
    <dgm:cxn modelId="{D96DA220-0FB0-FB47-BA8A-71596671896F}" type="presOf" srcId="{9352AF93-DBDC-3546-B995-CC84C9A1EAD5}" destId="{2E5FEA55-D0AE-FA45-AC32-EF82ECE41784}" srcOrd="0" destOrd="0" presId="urn:microsoft.com/office/officeart/2005/8/layout/chevron2"/>
    <dgm:cxn modelId="{EA8D092B-8334-C546-AA6F-012787B11DF0}" type="presOf" srcId="{CB18E7D9-0D97-A049-8E38-8FC390921B01}" destId="{EBB1C085-12A4-6C4C-9C17-53B7D9073420}" srcOrd="0" destOrd="2" presId="urn:microsoft.com/office/officeart/2005/8/layout/chevron2"/>
    <dgm:cxn modelId="{62968B35-27B2-3F4C-9657-22635ADDD5C7}" srcId="{A96EE8FD-3AA9-6F4A-8A57-5C9E938655A7}" destId="{CB18E7D9-0D97-A049-8E38-8FC390921B01}" srcOrd="2" destOrd="0" parTransId="{C5D2DFC3-2073-5440-9389-1711760ABD37}" sibTransId="{ADBF435C-E460-0546-B043-4DDE07543C6D}"/>
    <dgm:cxn modelId="{22B2DE48-B6F3-EB4B-9376-F2593FF8E6E1}" type="presOf" srcId="{2279D338-D0EE-304C-822A-572031DB58F8}" destId="{F8C92664-930D-EF40-8514-C8C9A20ED449}" srcOrd="0" destOrd="0" presId="urn:microsoft.com/office/officeart/2005/8/layout/chevron2"/>
    <dgm:cxn modelId="{CA490D76-3B2F-6F46-A6AC-B70F73FB665A}" type="presOf" srcId="{65CD155F-A83E-804A-BF6E-3D738DFB741E}" destId="{6C1A7036-16B3-3C4B-A6DC-77E7441CA6A2}" srcOrd="0" destOrd="0" presId="urn:microsoft.com/office/officeart/2005/8/layout/chevron2"/>
    <dgm:cxn modelId="{E483988B-3BE5-BE41-A53D-2D3AF18F8CD4}" type="presOf" srcId="{2015C54C-CD19-F645-B1D7-8062DE403D0F}" destId="{0DABF7C7-D767-984B-B8F7-8BF9D7BEB0EB}" srcOrd="0" destOrd="0" presId="urn:microsoft.com/office/officeart/2005/8/layout/chevron2"/>
    <dgm:cxn modelId="{A20EF48B-8ED5-2C40-8D58-23A63462001F}" type="presOf" srcId="{F57DE3D3-BE76-824D-BE15-A63C916E74DB}" destId="{6C1A7036-16B3-3C4B-A6DC-77E7441CA6A2}" srcOrd="0" destOrd="1" presId="urn:microsoft.com/office/officeart/2005/8/layout/chevron2"/>
    <dgm:cxn modelId="{7022298C-8D56-7947-A5F4-6F0F67C7D867}" srcId="{889C5416-CF02-3342-845A-7735220FC77A}" destId="{65CD155F-A83E-804A-BF6E-3D738DFB741E}" srcOrd="0" destOrd="0" parTransId="{96BDD60F-00A6-924F-B02C-604A01619C17}" sibTransId="{117569E4-FFAD-CA4C-A3F7-CEBB31B3B34E}"/>
    <dgm:cxn modelId="{84741998-0305-414A-B82A-869B44EF9E98}" srcId="{A96EE8FD-3AA9-6F4A-8A57-5C9E938655A7}" destId="{14BF26F7-A073-6743-91DD-CD6C3D4D46ED}" srcOrd="1" destOrd="0" parTransId="{5DACBB10-F7D9-1B46-A683-271489E8DB6E}" sibTransId="{CA15F0C1-D74E-C34D-82D4-F0DE11930B68}"/>
    <dgm:cxn modelId="{ECB5D3A1-0B83-374B-8512-E01B100395D9}" type="presOf" srcId="{1C7B44C8-DA81-EF41-BF86-7DC57C4BE6EA}" destId="{6C1A7036-16B3-3C4B-A6DC-77E7441CA6A2}" srcOrd="0" destOrd="2" presId="urn:microsoft.com/office/officeart/2005/8/layout/chevron2"/>
    <dgm:cxn modelId="{9767A3A4-BE0B-4847-A510-45AEEF7809FE}" srcId="{2015C54C-CD19-F645-B1D7-8062DE403D0F}" destId="{2279D338-D0EE-304C-822A-572031DB58F8}" srcOrd="0" destOrd="0" parTransId="{EB56D01D-A2CB-A04D-A153-42DA2E0160F3}" sibTransId="{15239AD0-7C0D-8F49-B9CB-05D935AC5FB8}"/>
    <dgm:cxn modelId="{8EF1E1B2-52CF-B847-9976-1987D1097CA0}" srcId="{A96EE8FD-3AA9-6F4A-8A57-5C9E938655A7}" destId="{E3970245-B3F4-1949-A4BC-B387CB9081B8}" srcOrd="0" destOrd="0" parTransId="{B51AD9F0-1B15-BC4D-A0AE-CBF5D43FF68D}" sibTransId="{513CA31F-A484-EC4A-9A13-785599E05D6A}"/>
    <dgm:cxn modelId="{3EC82ABC-76E4-0047-99E4-644EAE738C0E}" srcId="{9352AF93-DBDC-3546-B995-CC84C9A1EAD5}" destId="{A96EE8FD-3AA9-6F4A-8A57-5C9E938655A7}" srcOrd="1" destOrd="0" parTransId="{4253DDF9-5541-3C42-95CD-3D2BA9FF0DD2}" sibTransId="{80CB5576-154F-E847-B5BA-D8D8A197D7E4}"/>
    <dgm:cxn modelId="{AB1B62C8-2C93-B04C-B37A-3A7A856DEDB0}" type="presOf" srcId="{437BCEBA-BD12-4B41-BFD3-3173C19990EA}" destId="{F8C92664-930D-EF40-8514-C8C9A20ED449}" srcOrd="0" destOrd="1" presId="urn:microsoft.com/office/officeart/2005/8/layout/chevron2"/>
    <dgm:cxn modelId="{08B0A6CB-7027-4D4C-B92C-2B164E30978F}" srcId="{9352AF93-DBDC-3546-B995-CC84C9A1EAD5}" destId="{2015C54C-CD19-F645-B1D7-8062DE403D0F}" srcOrd="0" destOrd="0" parTransId="{4979A0AC-E806-9A4C-BAD7-4A26252D6ED9}" sibTransId="{93CADE6C-EC93-8A4A-A892-CB91306AF5B2}"/>
    <dgm:cxn modelId="{5EE0B1CB-C638-BA41-A12F-B4D50126B9E2}" srcId="{889C5416-CF02-3342-845A-7735220FC77A}" destId="{F57DE3D3-BE76-824D-BE15-A63C916E74DB}" srcOrd="1" destOrd="0" parTransId="{53AF2DF2-CC51-B54A-A7E1-95AE53AFA79E}" sibTransId="{97C0EC80-33D5-964F-86FF-3BB3090E2466}"/>
    <dgm:cxn modelId="{4E2034D5-84F7-284E-A9F0-28EA92204F76}" type="presOf" srcId="{14BF26F7-A073-6743-91DD-CD6C3D4D46ED}" destId="{EBB1C085-12A4-6C4C-9C17-53B7D9073420}" srcOrd="0" destOrd="1" presId="urn:microsoft.com/office/officeart/2005/8/layout/chevron2"/>
    <dgm:cxn modelId="{3EF6DAD8-D5E9-364C-9E09-9772271B3DF5}" type="presOf" srcId="{A96EE8FD-3AA9-6F4A-8A57-5C9E938655A7}" destId="{B3386829-4551-DD4A-B387-A2E2036BC805}" srcOrd="0" destOrd="0" presId="urn:microsoft.com/office/officeart/2005/8/layout/chevron2"/>
    <dgm:cxn modelId="{E86D68DA-06C8-824D-9024-D55E2CB1BBDE}" srcId="{2015C54C-CD19-F645-B1D7-8062DE403D0F}" destId="{437BCEBA-BD12-4B41-BFD3-3173C19990EA}" srcOrd="1" destOrd="0" parTransId="{155415F7-76C3-1342-A5ED-1CE50E6A200E}" sibTransId="{4ECA8808-398C-534E-BAF5-61B348DFD73C}"/>
    <dgm:cxn modelId="{80101AE6-DAC8-F840-B79B-5F22A9C3FD53}" srcId="{889C5416-CF02-3342-845A-7735220FC77A}" destId="{1C7B44C8-DA81-EF41-BF86-7DC57C4BE6EA}" srcOrd="2" destOrd="0" parTransId="{7E72C3E6-C310-7B4E-B713-81B9456F4973}" sibTransId="{64750222-1AF0-1946-B36D-1C4EB03EDB9C}"/>
    <dgm:cxn modelId="{BA2BFCF6-A1FD-2C41-9EE7-0C1AD38FAE0F}" type="presOf" srcId="{889C5416-CF02-3342-845A-7735220FC77A}" destId="{8E8B6D03-A575-FC47-B334-EB904C70FFF3}" srcOrd="0" destOrd="0" presId="urn:microsoft.com/office/officeart/2005/8/layout/chevron2"/>
    <dgm:cxn modelId="{EC5BA096-F947-9346-BEBC-48C713E11BBF}" type="presParOf" srcId="{2E5FEA55-D0AE-FA45-AC32-EF82ECE41784}" destId="{1AD95625-D230-E248-A97A-E2C030EA127A}" srcOrd="0" destOrd="0" presId="urn:microsoft.com/office/officeart/2005/8/layout/chevron2"/>
    <dgm:cxn modelId="{296FCF67-D48B-4646-869E-843E653DFBAC}" type="presParOf" srcId="{1AD95625-D230-E248-A97A-E2C030EA127A}" destId="{0DABF7C7-D767-984B-B8F7-8BF9D7BEB0EB}" srcOrd="0" destOrd="0" presId="urn:microsoft.com/office/officeart/2005/8/layout/chevron2"/>
    <dgm:cxn modelId="{A8908A43-BEC9-9F4F-8F2E-FCF6E798FEAD}" type="presParOf" srcId="{1AD95625-D230-E248-A97A-E2C030EA127A}" destId="{F8C92664-930D-EF40-8514-C8C9A20ED449}" srcOrd="1" destOrd="0" presId="urn:microsoft.com/office/officeart/2005/8/layout/chevron2"/>
    <dgm:cxn modelId="{D21B2596-F55D-1646-92E2-16EE5DE5800D}" type="presParOf" srcId="{2E5FEA55-D0AE-FA45-AC32-EF82ECE41784}" destId="{9C3FC4FC-901E-5D46-89A9-9FC7BDCDB5F4}" srcOrd="1" destOrd="0" presId="urn:microsoft.com/office/officeart/2005/8/layout/chevron2"/>
    <dgm:cxn modelId="{691D0A72-3B17-EF47-9E12-82E095FBB37F}" type="presParOf" srcId="{2E5FEA55-D0AE-FA45-AC32-EF82ECE41784}" destId="{22ED5A2B-E84F-B542-A345-4DAD5B3D199E}" srcOrd="2" destOrd="0" presId="urn:microsoft.com/office/officeart/2005/8/layout/chevron2"/>
    <dgm:cxn modelId="{D99D7C7C-8BBF-4345-AA8E-5F9E90264E47}" type="presParOf" srcId="{22ED5A2B-E84F-B542-A345-4DAD5B3D199E}" destId="{B3386829-4551-DD4A-B387-A2E2036BC805}" srcOrd="0" destOrd="0" presId="urn:microsoft.com/office/officeart/2005/8/layout/chevron2"/>
    <dgm:cxn modelId="{4DF355F5-2075-CA4C-8B6F-2D700D3CBC77}" type="presParOf" srcId="{22ED5A2B-E84F-B542-A345-4DAD5B3D199E}" destId="{EBB1C085-12A4-6C4C-9C17-53B7D9073420}" srcOrd="1" destOrd="0" presId="urn:microsoft.com/office/officeart/2005/8/layout/chevron2"/>
    <dgm:cxn modelId="{D8983118-408E-044C-AF09-37BAE57C96E6}" type="presParOf" srcId="{2E5FEA55-D0AE-FA45-AC32-EF82ECE41784}" destId="{428DFF69-7A1F-6E49-BC42-B0EA6186FE69}" srcOrd="3" destOrd="0" presId="urn:microsoft.com/office/officeart/2005/8/layout/chevron2"/>
    <dgm:cxn modelId="{2883D1D9-237A-B848-8C99-48A3462C9C64}" type="presParOf" srcId="{2E5FEA55-D0AE-FA45-AC32-EF82ECE41784}" destId="{8402746E-A415-AB4E-A566-8F374463C550}" srcOrd="4" destOrd="0" presId="urn:microsoft.com/office/officeart/2005/8/layout/chevron2"/>
    <dgm:cxn modelId="{C1276863-926B-9F43-9B40-603536A7D0B6}" type="presParOf" srcId="{8402746E-A415-AB4E-A566-8F374463C550}" destId="{8E8B6D03-A575-FC47-B334-EB904C70FFF3}" srcOrd="0" destOrd="0" presId="urn:microsoft.com/office/officeart/2005/8/layout/chevron2"/>
    <dgm:cxn modelId="{1D715CD8-ADE5-4543-8598-0D7B91D3DBC3}" type="presParOf" srcId="{8402746E-A415-AB4E-A566-8F374463C550}" destId="{6C1A7036-16B3-3C4B-A6DC-77E7441CA6A2}"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5037283-D53E-E844-86EE-D198F2CCA0E6}" type="doc">
      <dgm:prSet loTypeId="urn:microsoft.com/office/officeart/2005/8/layout/default" loCatId="" qsTypeId="urn:microsoft.com/office/officeart/2005/8/quickstyle/simple1" qsCatId="simple" csTypeId="urn:microsoft.com/office/officeart/2005/8/colors/colorful1" csCatId="colorful" phldr="1"/>
      <dgm:spPr/>
      <dgm:t>
        <a:bodyPr/>
        <a:lstStyle/>
        <a:p>
          <a:endParaRPr lang="zh-CN" altLang="en-US"/>
        </a:p>
      </dgm:t>
    </dgm:pt>
    <dgm:pt modelId="{556E1B48-DE6B-664B-9414-F9E30C78075E}">
      <dgm:prSet/>
      <dgm:spPr>
        <a:solidFill>
          <a:srgbClr val="92D050"/>
        </a:solidFill>
      </dgm:spPr>
      <dgm:t>
        <a:bodyPr/>
        <a:lstStyle/>
        <a:p>
          <a:r>
            <a:rPr lang="zh-CN" altLang="en-US"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大数据杀熟</a:t>
          </a:r>
          <a:endParaRPr lang="en-US" altLang="zh-CN" dirty="0">
            <a:solidFill>
              <a:schemeClr val="tx1"/>
            </a:solidFill>
            <a:latin typeface="Times New Roman" panose="02020603050405020304" pitchFamily="18" charset="0"/>
            <a:ea typeface="KaiTi" panose="02010609060101010101" pitchFamily="49" charset="-122"/>
            <a:cs typeface="Times New Roman" panose="02020603050405020304" pitchFamily="18" charset="0"/>
          </a:endParaRPr>
        </a:p>
      </dgm:t>
    </dgm:pt>
    <dgm:pt modelId="{DF387C62-FFFE-0744-9C7E-29561C7545ED}" type="parTrans" cxnId="{2641085F-8D67-B240-856E-952767474344}">
      <dgm:prSet/>
      <dgm:spPr/>
      <dgm:t>
        <a:bodyPr/>
        <a:lstStyle/>
        <a:p>
          <a:endParaRPr lang="zh-CN" altLang="en-US"/>
        </a:p>
      </dgm:t>
    </dgm:pt>
    <dgm:pt modelId="{77926F38-A76D-3D41-BDA5-4A5BEBBC9EE0}" type="sibTrans" cxnId="{2641085F-8D67-B240-856E-952767474344}">
      <dgm:prSet/>
      <dgm:spPr/>
      <dgm:t>
        <a:bodyPr/>
        <a:lstStyle/>
        <a:p>
          <a:endParaRPr lang="zh-CN" altLang="en-US"/>
        </a:p>
      </dgm:t>
    </dgm:pt>
    <dgm:pt modelId="{2700CA75-06D1-044F-B6B5-452067F7EE7E}">
      <dgm:prSet/>
      <dgm:spPr/>
      <dgm:t>
        <a:bodyPr/>
        <a:lstStyle/>
        <a:p>
          <a:r>
            <a:rPr kumimoji="1" lang="zh-CN" altLang="en-US">
              <a:solidFill>
                <a:schemeClr val="tx1"/>
              </a:solidFill>
              <a:latin typeface="Times New Roman" panose="02020603050405020304" pitchFamily="18" charset="0"/>
              <a:ea typeface="KaiTi" panose="02010609060101010101" pitchFamily="49" charset="-122"/>
              <a:cs typeface="Times New Roman" panose="02020603050405020304" pitchFamily="18" charset="0"/>
            </a:rPr>
            <a:t>困在算法里的外卖小哥</a:t>
          </a:r>
          <a:endParaRPr kumimoji="1" lang="en-US" altLang="zh-CN" dirty="0">
            <a:solidFill>
              <a:schemeClr val="tx1"/>
            </a:solidFill>
            <a:latin typeface="Times New Roman" panose="02020603050405020304" pitchFamily="18" charset="0"/>
            <a:ea typeface="KaiTi" panose="02010609060101010101" pitchFamily="49" charset="-122"/>
            <a:cs typeface="Times New Roman" panose="02020603050405020304" pitchFamily="18" charset="0"/>
          </a:endParaRPr>
        </a:p>
      </dgm:t>
    </dgm:pt>
    <dgm:pt modelId="{7D608DE3-5848-5642-BA15-28658FD6C8B0}" type="parTrans" cxnId="{3884700F-1518-CA41-888B-CA8291BF6546}">
      <dgm:prSet/>
      <dgm:spPr/>
      <dgm:t>
        <a:bodyPr/>
        <a:lstStyle/>
        <a:p>
          <a:endParaRPr lang="zh-CN" altLang="en-US"/>
        </a:p>
      </dgm:t>
    </dgm:pt>
    <dgm:pt modelId="{40B020FD-74E5-D243-9E1A-C944CD1AADA0}" type="sibTrans" cxnId="{3884700F-1518-CA41-888B-CA8291BF6546}">
      <dgm:prSet/>
      <dgm:spPr/>
      <dgm:t>
        <a:bodyPr/>
        <a:lstStyle/>
        <a:p>
          <a:endParaRPr lang="zh-CN" altLang="en-US"/>
        </a:p>
      </dgm:t>
    </dgm:pt>
    <dgm:pt modelId="{1183D6CC-743C-A64D-A369-89A2EDCF12E4}">
      <dgm:prSet/>
      <dgm:spPr/>
      <dgm:t>
        <a:bodyPr/>
        <a:lstStyle/>
        <a:p>
          <a:r>
            <a:rPr lang="zh-CN" altLang="en-US"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你会被</a:t>
          </a:r>
          <a:r>
            <a:rPr lang="en-US" altLang="zh-CN"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AI</a:t>
          </a:r>
          <a:r>
            <a:rPr lang="zh-CN" altLang="en-US"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抢饭碗吗？</a:t>
          </a:r>
          <a:endParaRPr lang="en-US" altLang="zh-CN" dirty="0">
            <a:solidFill>
              <a:schemeClr val="tx1"/>
            </a:solidFill>
            <a:latin typeface="Times New Roman" panose="02020603050405020304" pitchFamily="18" charset="0"/>
            <a:ea typeface="KaiTi" panose="02010609060101010101" pitchFamily="49" charset="-122"/>
            <a:cs typeface="Times New Roman" panose="02020603050405020304" pitchFamily="18" charset="0"/>
          </a:endParaRPr>
        </a:p>
      </dgm:t>
    </dgm:pt>
    <dgm:pt modelId="{D0BC0AB6-3EBF-C246-B356-D8747238A211}" type="parTrans" cxnId="{27B51B4A-CC94-704E-9EE8-399B0EA5B77C}">
      <dgm:prSet/>
      <dgm:spPr/>
      <dgm:t>
        <a:bodyPr/>
        <a:lstStyle/>
        <a:p>
          <a:endParaRPr lang="zh-CN" altLang="en-US"/>
        </a:p>
      </dgm:t>
    </dgm:pt>
    <dgm:pt modelId="{4B360493-6C6F-0042-8D02-1B58DE9245B5}" type="sibTrans" cxnId="{27B51B4A-CC94-704E-9EE8-399B0EA5B77C}">
      <dgm:prSet/>
      <dgm:spPr/>
      <dgm:t>
        <a:bodyPr/>
        <a:lstStyle/>
        <a:p>
          <a:endParaRPr lang="zh-CN" altLang="en-US"/>
        </a:p>
      </dgm:t>
    </dgm:pt>
    <dgm:pt modelId="{A5661415-B931-A549-8B61-44DA86C6C484}">
      <dgm:prSet/>
      <dgm:spPr/>
      <dgm:t>
        <a:bodyPr/>
        <a:lstStyle/>
        <a:p>
          <a:r>
            <a:rPr lang="zh-CN" altLang="en-US" b="1" i="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信息茧房</a:t>
          </a:r>
          <a:endParaRPr lang="en-US" altLang="zh-CN" dirty="0">
            <a:solidFill>
              <a:schemeClr val="tx1"/>
            </a:solidFill>
            <a:latin typeface="Times New Roman" panose="02020603050405020304" pitchFamily="18" charset="0"/>
            <a:ea typeface="KaiTi" panose="02010609060101010101" pitchFamily="49" charset="-122"/>
            <a:cs typeface="Times New Roman" panose="02020603050405020304" pitchFamily="18" charset="0"/>
          </a:endParaRPr>
        </a:p>
      </dgm:t>
    </dgm:pt>
    <dgm:pt modelId="{95EBBAF6-35FF-0247-8E08-63640AB23385}" type="parTrans" cxnId="{4CBD9554-DF77-C946-B75C-3101E4271D78}">
      <dgm:prSet/>
      <dgm:spPr/>
      <dgm:t>
        <a:bodyPr/>
        <a:lstStyle/>
        <a:p>
          <a:endParaRPr lang="zh-CN" altLang="en-US"/>
        </a:p>
      </dgm:t>
    </dgm:pt>
    <dgm:pt modelId="{9256329B-1C6C-7441-973D-C3B0700D7DB2}" type="sibTrans" cxnId="{4CBD9554-DF77-C946-B75C-3101E4271D78}">
      <dgm:prSet/>
      <dgm:spPr/>
      <dgm:t>
        <a:bodyPr/>
        <a:lstStyle/>
        <a:p>
          <a:endParaRPr lang="zh-CN" altLang="en-US"/>
        </a:p>
      </dgm:t>
    </dgm:pt>
    <dgm:pt modelId="{CFD81EF9-FD37-C548-9204-CA865AD789DD}">
      <dgm:prSet/>
      <dgm:spPr/>
      <dgm:t>
        <a:bodyPr/>
        <a:lstStyle/>
        <a:p>
          <a:r>
            <a:rPr lang="zh-CN" altLang="en-US"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外语，还要学吗？</a:t>
          </a:r>
          <a:endParaRPr lang="en-US" altLang="zh-CN" dirty="0">
            <a:solidFill>
              <a:schemeClr val="tx1"/>
            </a:solidFill>
            <a:latin typeface="Times New Roman" panose="02020603050405020304" pitchFamily="18" charset="0"/>
            <a:ea typeface="KaiTi" panose="02010609060101010101" pitchFamily="49" charset="-122"/>
            <a:cs typeface="Times New Roman" panose="02020603050405020304" pitchFamily="18" charset="0"/>
          </a:endParaRPr>
        </a:p>
      </dgm:t>
    </dgm:pt>
    <dgm:pt modelId="{90AA1091-1AA6-6D4E-835F-E2A7122A0E49}" type="parTrans" cxnId="{BBEBE6BB-7C08-EE47-85DE-CD0CC2585A4F}">
      <dgm:prSet/>
      <dgm:spPr/>
      <dgm:t>
        <a:bodyPr/>
        <a:lstStyle/>
        <a:p>
          <a:endParaRPr lang="zh-CN" altLang="en-US"/>
        </a:p>
      </dgm:t>
    </dgm:pt>
    <dgm:pt modelId="{700AE102-BA96-1E42-A373-BE2DA751EE17}" type="sibTrans" cxnId="{BBEBE6BB-7C08-EE47-85DE-CD0CC2585A4F}">
      <dgm:prSet/>
      <dgm:spPr/>
      <dgm:t>
        <a:bodyPr/>
        <a:lstStyle/>
        <a:p>
          <a:endParaRPr lang="zh-CN" altLang="en-US"/>
        </a:p>
      </dgm:t>
    </dgm:pt>
    <dgm:pt modelId="{DAC0F86A-A16A-864E-9C28-60E34F7E4D6F}">
      <dgm:prSet/>
      <dgm:spPr/>
      <dgm:t>
        <a:bodyPr/>
        <a:lstStyle/>
        <a:p>
          <a:r>
            <a:rPr lang="en-US" altLang="zh-CN"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a:t>
          </a:r>
        </a:p>
      </dgm:t>
    </dgm:pt>
    <dgm:pt modelId="{C790509C-8FC5-644A-899C-77BC31C25827}" type="parTrans" cxnId="{217D5446-4233-2241-8ADB-EC2550C9A952}">
      <dgm:prSet/>
      <dgm:spPr/>
      <dgm:t>
        <a:bodyPr/>
        <a:lstStyle/>
        <a:p>
          <a:endParaRPr lang="zh-CN" altLang="en-US"/>
        </a:p>
      </dgm:t>
    </dgm:pt>
    <dgm:pt modelId="{94B91490-E8A7-EB40-9299-09B3D9EF3EF9}" type="sibTrans" cxnId="{217D5446-4233-2241-8ADB-EC2550C9A952}">
      <dgm:prSet/>
      <dgm:spPr/>
      <dgm:t>
        <a:bodyPr/>
        <a:lstStyle/>
        <a:p>
          <a:endParaRPr lang="zh-CN" altLang="en-US"/>
        </a:p>
      </dgm:t>
    </dgm:pt>
    <dgm:pt modelId="{8A1EF73A-C88B-BE46-9209-048A385E4C37}">
      <dgm:prSet/>
      <dgm:spPr/>
      <dgm:t>
        <a:bodyPr/>
        <a:lstStyle/>
        <a:p>
          <a:r>
            <a:rPr lang="zh-CN" altLang="en-US"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你喜欢的猫是哪只？</a:t>
          </a:r>
          <a:endParaRPr lang="en-US" altLang="zh-CN" dirty="0">
            <a:solidFill>
              <a:schemeClr val="tx1"/>
            </a:solidFill>
            <a:latin typeface="Times New Roman" panose="02020603050405020304" pitchFamily="18" charset="0"/>
            <a:ea typeface="KaiTi" panose="02010609060101010101" pitchFamily="49" charset="-122"/>
            <a:cs typeface="Times New Roman" panose="02020603050405020304" pitchFamily="18" charset="0"/>
          </a:endParaRPr>
        </a:p>
      </dgm:t>
    </dgm:pt>
    <dgm:pt modelId="{267C28C0-4CAA-0747-8379-B6BB4A8BB0F7}" type="parTrans" cxnId="{BEF3BC1D-B6CD-3A49-ACBF-1B44D327DE7B}">
      <dgm:prSet/>
      <dgm:spPr/>
      <dgm:t>
        <a:bodyPr/>
        <a:lstStyle/>
        <a:p>
          <a:endParaRPr lang="zh-CN" altLang="en-US"/>
        </a:p>
      </dgm:t>
    </dgm:pt>
    <dgm:pt modelId="{443B775E-94E8-7148-B1CC-172AE6E7A896}" type="sibTrans" cxnId="{BEF3BC1D-B6CD-3A49-ACBF-1B44D327DE7B}">
      <dgm:prSet/>
      <dgm:spPr/>
      <dgm:t>
        <a:bodyPr/>
        <a:lstStyle/>
        <a:p>
          <a:endParaRPr lang="zh-CN" altLang="en-US"/>
        </a:p>
      </dgm:t>
    </dgm:pt>
    <dgm:pt modelId="{64A69CD4-3A4E-8C42-9050-69C4628E30D0}">
      <dgm:prSet/>
      <dgm:spPr/>
      <dgm:t>
        <a:bodyPr/>
        <a:lstStyle/>
        <a:p>
          <a:r>
            <a:rPr lang="en-US" altLang="zh-CN"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AI</a:t>
          </a:r>
          <a:r>
            <a:rPr lang="zh-CN" altLang="en-US"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换脸诈骗</a:t>
          </a:r>
          <a:endParaRPr lang="en-US" altLang="zh-CN" dirty="0">
            <a:solidFill>
              <a:schemeClr val="tx1"/>
            </a:solidFill>
            <a:latin typeface="Times New Roman" panose="02020603050405020304" pitchFamily="18" charset="0"/>
            <a:ea typeface="KaiTi" panose="02010609060101010101" pitchFamily="49" charset="-122"/>
            <a:cs typeface="Times New Roman" panose="02020603050405020304" pitchFamily="18" charset="0"/>
          </a:endParaRPr>
        </a:p>
      </dgm:t>
    </dgm:pt>
    <dgm:pt modelId="{C37BC94A-BF02-044F-B418-16281C74EB69}" type="parTrans" cxnId="{A5B75633-2A05-DF45-A48D-84D546A2FCAA}">
      <dgm:prSet/>
      <dgm:spPr/>
      <dgm:t>
        <a:bodyPr/>
        <a:lstStyle/>
        <a:p>
          <a:endParaRPr lang="zh-CN" altLang="en-US"/>
        </a:p>
      </dgm:t>
    </dgm:pt>
    <dgm:pt modelId="{74990014-A475-8C4B-8EC7-CB653344C208}" type="sibTrans" cxnId="{A5B75633-2A05-DF45-A48D-84D546A2FCAA}">
      <dgm:prSet/>
      <dgm:spPr/>
      <dgm:t>
        <a:bodyPr/>
        <a:lstStyle/>
        <a:p>
          <a:endParaRPr lang="zh-CN" altLang="en-US"/>
        </a:p>
      </dgm:t>
    </dgm:pt>
    <dgm:pt modelId="{753AEF18-206D-094F-9735-F36EBF588F45}" type="pres">
      <dgm:prSet presAssocID="{45037283-D53E-E844-86EE-D198F2CCA0E6}" presName="diagram" presStyleCnt="0">
        <dgm:presLayoutVars>
          <dgm:dir/>
          <dgm:resizeHandles val="exact"/>
        </dgm:presLayoutVars>
      </dgm:prSet>
      <dgm:spPr/>
    </dgm:pt>
    <dgm:pt modelId="{96A29F46-5179-8340-944C-35DF352D51AF}" type="pres">
      <dgm:prSet presAssocID="{8A1EF73A-C88B-BE46-9209-048A385E4C37}" presName="node" presStyleLbl="node1" presStyleIdx="0" presStyleCnt="8">
        <dgm:presLayoutVars>
          <dgm:bulletEnabled val="1"/>
        </dgm:presLayoutVars>
      </dgm:prSet>
      <dgm:spPr/>
    </dgm:pt>
    <dgm:pt modelId="{2C182545-035A-3343-89DD-442A929D9785}" type="pres">
      <dgm:prSet presAssocID="{443B775E-94E8-7148-B1CC-172AE6E7A896}" presName="sibTrans" presStyleCnt="0"/>
      <dgm:spPr/>
    </dgm:pt>
    <dgm:pt modelId="{29D94DFA-0001-F045-8AB5-707DBB2F9ADA}" type="pres">
      <dgm:prSet presAssocID="{556E1B48-DE6B-664B-9414-F9E30C78075E}" presName="node" presStyleLbl="node1" presStyleIdx="1" presStyleCnt="8">
        <dgm:presLayoutVars>
          <dgm:bulletEnabled val="1"/>
        </dgm:presLayoutVars>
      </dgm:prSet>
      <dgm:spPr/>
    </dgm:pt>
    <dgm:pt modelId="{9BAE8D9C-9BF5-7646-AE55-5CA753FCB2D0}" type="pres">
      <dgm:prSet presAssocID="{77926F38-A76D-3D41-BDA5-4A5BEBBC9EE0}" presName="sibTrans" presStyleCnt="0"/>
      <dgm:spPr/>
    </dgm:pt>
    <dgm:pt modelId="{A6C31240-EB47-A642-AF67-3F0FC0511E07}" type="pres">
      <dgm:prSet presAssocID="{2700CA75-06D1-044F-B6B5-452067F7EE7E}" presName="node" presStyleLbl="node1" presStyleIdx="2" presStyleCnt="8">
        <dgm:presLayoutVars>
          <dgm:bulletEnabled val="1"/>
        </dgm:presLayoutVars>
      </dgm:prSet>
      <dgm:spPr/>
    </dgm:pt>
    <dgm:pt modelId="{CADB7166-3A31-6D44-B8F7-CE97368A8061}" type="pres">
      <dgm:prSet presAssocID="{40B020FD-74E5-D243-9E1A-C944CD1AADA0}" presName="sibTrans" presStyleCnt="0"/>
      <dgm:spPr/>
    </dgm:pt>
    <dgm:pt modelId="{6894A1FF-56FC-6544-AD19-41BB9CA5906B}" type="pres">
      <dgm:prSet presAssocID="{CFD81EF9-FD37-C548-9204-CA865AD789DD}" presName="node" presStyleLbl="node1" presStyleIdx="3" presStyleCnt="8">
        <dgm:presLayoutVars>
          <dgm:bulletEnabled val="1"/>
        </dgm:presLayoutVars>
      </dgm:prSet>
      <dgm:spPr/>
    </dgm:pt>
    <dgm:pt modelId="{308496E7-7B11-6448-AFBF-328690C3CB2C}" type="pres">
      <dgm:prSet presAssocID="{700AE102-BA96-1E42-A373-BE2DA751EE17}" presName="sibTrans" presStyleCnt="0"/>
      <dgm:spPr/>
    </dgm:pt>
    <dgm:pt modelId="{2A0E9246-CFB6-E34A-8038-C681F73B4BBA}" type="pres">
      <dgm:prSet presAssocID="{1183D6CC-743C-A64D-A369-89A2EDCF12E4}" presName="node" presStyleLbl="node1" presStyleIdx="4" presStyleCnt="8">
        <dgm:presLayoutVars>
          <dgm:bulletEnabled val="1"/>
        </dgm:presLayoutVars>
      </dgm:prSet>
      <dgm:spPr/>
    </dgm:pt>
    <dgm:pt modelId="{46E32747-2B49-EE4A-BDF6-B57B272311E7}" type="pres">
      <dgm:prSet presAssocID="{4B360493-6C6F-0042-8D02-1B58DE9245B5}" presName="sibTrans" presStyleCnt="0"/>
      <dgm:spPr/>
    </dgm:pt>
    <dgm:pt modelId="{8442D94E-A56F-F540-8AF5-BD0ABA5122A2}" type="pres">
      <dgm:prSet presAssocID="{64A69CD4-3A4E-8C42-9050-69C4628E30D0}" presName="node" presStyleLbl="node1" presStyleIdx="5" presStyleCnt="8">
        <dgm:presLayoutVars>
          <dgm:bulletEnabled val="1"/>
        </dgm:presLayoutVars>
      </dgm:prSet>
      <dgm:spPr/>
    </dgm:pt>
    <dgm:pt modelId="{69C97972-A78C-9645-9544-0B4A6759973B}" type="pres">
      <dgm:prSet presAssocID="{74990014-A475-8C4B-8EC7-CB653344C208}" presName="sibTrans" presStyleCnt="0"/>
      <dgm:spPr/>
    </dgm:pt>
    <dgm:pt modelId="{22152DB2-F68B-6745-B667-AC69C3399F0D}" type="pres">
      <dgm:prSet presAssocID="{A5661415-B931-A549-8B61-44DA86C6C484}" presName="node" presStyleLbl="node1" presStyleIdx="6" presStyleCnt="8">
        <dgm:presLayoutVars>
          <dgm:bulletEnabled val="1"/>
        </dgm:presLayoutVars>
      </dgm:prSet>
      <dgm:spPr/>
    </dgm:pt>
    <dgm:pt modelId="{1F7F26DA-36A8-9644-857D-A6E084C124AD}" type="pres">
      <dgm:prSet presAssocID="{9256329B-1C6C-7441-973D-C3B0700D7DB2}" presName="sibTrans" presStyleCnt="0"/>
      <dgm:spPr/>
    </dgm:pt>
    <dgm:pt modelId="{B73DCE22-BB0A-D842-8D38-A2A0C9A30B7B}" type="pres">
      <dgm:prSet presAssocID="{DAC0F86A-A16A-864E-9C28-60E34F7E4D6F}" presName="node" presStyleLbl="node1" presStyleIdx="7" presStyleCnt="8">
        <dgm:presLayoutVars>
          <dgm:bulletEnabled val="1"/>
        </dgm:presLayoutVars>
      </dgm:prSet>
      <dgm:spPr/>
    </dgm:pt>
  </dgm:ptLst>
  <dgm:cxnLst>
    <dgm:cxn modelId="{BD08A301-0F09-854E-8DA3-03D3EAA453B0}" type="presOf" srcId="{A5661415-B931-A549-8B61-44DA86C6C484}" destId="{22152DB2-F68B-6745-B667-AC69C3399F0D}" srcOrd="0" destOrd="0" presId="urn:microsoft.com/office/officeart/2005/8/layout/default"/>
    <dgm:cxn modelId="{3884700F-1518-CA41-888B-CA8291BF6546}" srcId="{45037283-D53E-E844-86EE-D198F2CCA0E6}" destId="{2700CA75-06D1-044F-B6B5-452067F7EE7E}" srcOrd="2" destOrd="0" parTransId="{7D608DE3-5848-5642-BA15-28658FD6C8B0}" sibTransId="{40B020FD-74E5-D243-9E1A-C944CD1AADA0}"/>
    <dgm:cxn modelId="{8F458B0F-8D83-F14C-9C2A-A1479440BA4A}" type="presOf" srcId="{556E1B48-DE6B-664B-9414-F9E30C78075E}" destId="{29D94DFA-0001-F045-8AB5-707DBB2F9ADA}" srcOrd="0" destOrd="0" presId="urn:microsoft.com/office/officeart/2005/8/layout/default"/>
    <dgm:cxn modelId="{9749D90F-F5B4-AF44-B5C3-BCEF174051CA}" type="presOf" srcId="{DAC0F86A-A16A-864E-9C28-60E34F7E4D6F}" destId="{B73DCE22-BB0A-D842-8D38-A2A0C9A30B7B}" srcOrd="0" destOrd="0" presId="urn:microsoft.com/office/officeart/2005/8/layout/default"/>
    <dgm:cxn modelId="{BEF3BC1D-B6CD-3A49-ACBF-1B44D327DE7B}" srcId="{45037283-D53E-E844-86EE-D198F2CCA0E6}" destId="{8A1EF73A-C88B-BE46-9209-048A385E4C37}" srcOrd="0" destOrd="0" parTransId="{267C28C0-4CAA-0747-8379-B6BB4A8BB0F7}" sibTransId="{443B775E-94E8-7148-B1CC-172AE6E7A896}"/>
    <dgm:cxn modelId="{937F1A32-786D-D44C-9F2E-0C4AA3C6ACCE}" type="presOf" srcId="{8A1EF73A-C88B-BE46-9209-048A385E4C37}" destId="{96A29F46-5179-8340-944C-35DF352D51AF}" srcOrd="0" destOrd="0" presId="urn:microsoft.com/office/officeart/2005/8/layout/default"/>
    <dgm:cxn modelId="{A5B75633-2A05-DF45-A48D-84D546A2FCAA}" srcId="{45037283-D53E-E844-86EE-D198F2CCA0E6}" destId="{64A69CD4-3A4E-8C42-9050-69C4628E30D0}" srcOrd="5" destOrd="0" parTransId="{C37BC94A-BF02-044F-B418-16281C74EB69}" sibTransId="{74990014-A475-8C4B-8EC7-CB653344C208}"/>
    <dgm:cxn modelId="{217D5446-4233-2241-8ADB-EC2550C9A952}" srcId="{45037283-D53E-E844-86EE-D198F2CCA0E6}" destId="{DAC0F86A-A16A-864E-9C28-60E34F7E4D6F}" srcOrd="7" destOrd="0" parTransId="{C790509C-8FC5-644A-899C-77BC31C25827}" sibTransId="{94B91490-E8A7-EB40-9299-09B3D9EF3EF9}"/>
    <dgm:cxn modelId="{27B51B4A-CC94-704E-9EE8-399B0EA5B77C}" srcId="{45037283-D53E-E844-86EE-D198F2CCA0E6}" destId="{1183D6CC-743C-A64D-A369-89A2EDCF12E4}" srcOrd="4" destOrd="0" parTransId="{D0BC0AB6-3EBF-C246-B356-D8747238A211}" sibTransId="{4B360493-6C6F-0042-8D02-1B58DE9245B5}"/>
    <dgm:cxn modelId="{4CBD9554-DF77-C946-B75C-3101E4271D78}" srcId="{45037283-D53E-E844-86EE-D198F2CCA0E6}" destId="{A5661415-B931-A549-8B61-44DA86C6C484}" srcOrd="6" destOrd="0" parTransId="{95EBBAF6-35FF-0247-8E08-63640AB23385}" sibTransId="{9256329B-1C6C-7441-973D-C3B0700D7DB2}"/>
    <dgm:cxn modelId="{2641085F-8D67-B240-856E-952767474344}" srcId="{45037283-D53E-E844-86EE-D198F2CCA0E6}" destId="{556E1B48-DE6B-664B-9414-F9E30C78075E}" srcOrd="1" destOrd="0" parTransId="{DF387C62-FFFE-0744-9C7E-29561C7545ED}" sibTransId="{77926F38-A76D-3D41-BDA5-4A5BEBBC9EE0}"/>
    <dgm:cxn modelId="{B2A04664-1D67-0F44-A489-C752B6621FBD}" type="presOf" srcId="{64A69CD4-3A4E-8C42-9050-69C4628E30D0}" destId="{8442D94E-A56F-F540-8AF5-BD0ABA5122A2}" srcOrd="0" destOrd="0" presId="urn:microsoft.com/office/officeart/2005/8/layout/default"/>
    <dgm:cxn modelId="{56F0C668-CA32-6848-9E76-321CF5ECF72C}" type="presOf" srcId="{1183D6CC-743C-A64D-A369-89A2EDCF12E4}" destId="{2A0E9246-CFB6-E34A-8038-C681F73B4BBA}" srcOrd="0" destOrd="0" presId="urn:microsoft.com/office/officeart/2005/8/layout/default"/>
    <dgm:cxn modelId="{0825C788-695F-4A4B-BC1A-A0789281E70A}" type="presOf" srcId="{2700CA75-06D1-044F-B6B5-452067F7EE7E}" destId="{A6C31240-EB47-A642-AF67-3F0FC0511E07}" srcOrd="0" destOrd="0" presId="urn:microsoft.com/office/officeart/2005/8/layout/default"/>
    <dgm:cxn modelId="{0C263BB3-47C7-354A-8406-E7C2C545D64A}" type="presOf" srcId="{CFD81EF9-FD37-C548-9204-CA865AD789DD}" destId="{6894A1FF-56FC-6544-AD19-41BB9CA5906B}" srcOrd="0" destOrd="0" presId="urn:microsoft.com/office/officeart/2005/8/layout/default"/>
    <dgm:cxn modelId="{BBEBE6BB-7C08-EE47-85DE-CD0CC2585A4F}" srcId="{45037283-D53E-E844-86EE-D198F2CCA0E6}" destId="{CFD81EF9-FD37-C548-9204-CA865AD789DD}" srcOrd="3" destOrd="0" parTransId="{90AA1091-1AA6-6D4E-835F-E2A7122A0E49}" sibTransId="{700AE102-BA96-1E42-A373-BE2DA751EE17}"/>
    <dgm:cxn modelId="{6345DCCF-3E6F-5E4D-A7E3-980777887CCB}" type="presOf" srcId="{45037283-D53E-E844-86EE-D198F2CCA0E6}" destId="{753AEF18-206D-094F-9735-F36EBF588F45}" srcOrd="0" destOrd="0" presId="urn:microsoft.com/office/officeart/2005/8/layout/default"/>
    <dgm:cxn modelId="{15009619-7F83-5348-B026-906040DE9BE3}" type="presParOf" srcId="{753AEF18-206D-094F-9735-F36EBF588F45}" destId="{96A29F46-5179-8340-944C-35DF352D51AF}" srcOrd="0" destOrd="0" presId="urn:microsoft.com/office/officeart/2005/8/layout/default"/>
    <dgm:cxn modelId="{8EADAE0F-9036-694C-8FD5-DA837A343449}" type="presParOf" srcId="{753AEF18-206D-094F-9735-F36EBF588F45}" destId="{2C182545-035A-3343-89DD-442A929D9785}" srcOrd="1" destOrd="0" presId="urn:microsoft.com/office/officeart/2005/8/layout/default"/>
    <dgm:cxn modelId="{AC4FA279-8ABB-6C4D-954D-DB12E5A08751}" type="presParOf" srcId="{753AEF18-206D-094F-9735-F36EBF588F45}" destId="{29D94DFA-0001-F045-8AB5-707DBB2F9ADA}" srcOrd="2" destOrd="0" presId="urn:microsoft.com/office/officeart/2005/8/layout/default"/>
    <dgm:cxn modelId="{F4ED0734-8D4C-6148-AE87-07EE6FC0674E}" type="presParOf" srcId="{753AEF18-206D-094F-9735-F36EBF588F45}" destId="{9BAE8D9C-9BF5-7646-AE55-5CA753FCB2D0}" srcOrd="3" destOrd="0" presId="urn:microsoft.com/office/officeart/2005/8/layout/default"/>
    <dgm:cxn modelId="{23E2234D-9926-0944-A02E-C94AFD6CF470}" type="presParOf" srcId="{753AEF18-206D-094F-9735-F36EBF588F45}" destId="{A6C31240-EB47-A642-AF67-3F0FC0511E07}" srcOrd="4" destOrd="0" presId="urn:microsoft.com/office/officeart/2005/8/layout/default"/>
    <dgm:cxn modelId="{424B68AF-C3F2-8D49-8E3E-191614EE2319}" type="presParOf" srcId="{753AEF18-206D-094F-9735-F36EBF588F45}" destId="{CADB7166-3A31-6D44-B8F7-CE97368A8061}" srcOrd="5" destOrd="0" presId="urn:microsoft.com/office/officeart/2005/8/layout/default"/>
    <dgm:cxn modelId="{290BF55A-A17B-9F4A-9E4F-CB0FF9276687}" type="presParOf" srcId="{753AEF18-206D-094F-9735-F36EBF588F45}" destId="{6894A1FF-56FC-6544-AD19-41BB9CA5906B}" srcOrd="6" destOrd="0" presId="urn:microsoft.com/office/officeart/2005/8/layout/default"/>
    <dgm:cxn modelId="{026C209D-8465-4745-8363-B1FE72ECC92E}" type="presParOf" srcId="{753AEF18-206D-094F-9735-F36EBF588F45}" destId="{308496E7-7B11-6448-AFBF-328690C3CB2C}" srcOrd="7" destOrd="0" presId="urn:microsoft.com/office/officeart/2005/8/layout/default"/>
    <dgm:cxn modelId="{E81105BD-DB97-464B-B8F0-D7AEC1CBA04A}" type="presParOf" srcId="{753AEF18-206D-094F-9735-F36EBF588F45}" destId="{2A0E9246-CFB6-E34A-8038-C681F73B4BBA}" srcOrd="8" destOrd="0" presId="urn:microsoft.com/office/officeart/2005/8/layout/default"/>
    <dgm:cxn modelId="{A19D588B-C118-7441-9A9B-83DA785E38AB}" type="presParOf" srcId="{753AEF18-206D-094F-9735-F36EBF588F45}" destId="{46E32747-2B49-EE4A-BDF6-B57B272311E7}" srcOrd="9" destOrd="0" presId="urn:microsoft.com/office/officeart/2005/8/layout/default"/>
    <dgm:cxn modelId="{5129044B-0D2D-3B4A-AA9E-AA95170DFA41}" type="presParOf" srcId="{753AEF18-206D-094F-9735-F36EBF588F45}" destId="{8442D94E-A56F-F540-8AF5-BD0ABA5122A2}" srcOrd="10" destOrd="0" presId="urn:microsoft.com/office/officeart/2005/8/layout/default"/>
    <dgm:cxn modelId="{347AA451-8311-5B47-870F-04C1FBDA20FA}" type="presParOf" srcId="{753AEF18-206D-094F-9735-F36EBF588F45}" destId="{69C97972-A78C-9645-9544-0B4A6759973B}" srcOrd="11" destOrd="0" presId="urn:microsoft.com/office/officeart/2005/8/layout/default"/>
    <dgm:cxn modelId="{FBAD9EBC-55E2-FB46-B965-178AE4930BF3}" type="presParOf" srcId="{753AEF18-206D-094F-9735-F36EBF588F45}" destId="{22152DB2-F68B-6745-B667-AC69C3399F0D}" srcOrd="12" destOrd="0" presId="urn:microsoft.com/office/officeart/2005/8/layout/default"/>
    <dgm:cxn modelId="{0862B572-B0DB-AB43-8275-0EC6790E3163}" type="presParOf" srcId="{753AEF18-206D-094F-9735-F36EBF588F45}" destId="{1F7F26DA-36A8-9644-857D-A6E084C124AD}" srcOrd="13" destOrd="0" presId="urn:microsoft.com/office/officeart/2005/8/layout/default"/>
    <dgm:cxn modelId="{2F61AEFC-C1A8-294A-B4A7-44E320C8D274}" type="presParOf" srcId="{753AEF18-206D-094F-9735-F36EBF588F45}" destId="{B73DCE22-BB0A-D842-8D38-A2A0C9A30B7B}"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352AF93-DBDC-3546-B995-CC84C9A1EAD5}" type="doc">
      <dgm:prSet loTypeId="urn:microsoft.com/office/officeart/2005/8/layout/chevron2" loCatId="" qsTypeId="urn:microsoft.com/office/officeart/2005/8/quickstyle/simple1" qsCatId="simple" csTypeId="urn:microsoft.com/office/officeart/2005/8/colors/colorful1" csCatId="colorful" phldr="1"/>
      <dgm:spPr/>
      <dgm:t>
        <a:bodyPr/>
        <a:lstStyle/>
        <a:p>
          <a:endParaRPr lang="zh-CN" altLang="en-US"/>
        </a:p>
      </dgm:t>
    </dgm:pt>
    <dgm:pt modelId="{2015C54C-CD19-F645-B1D7-8062DE403D0F}">
      <dgm:prSet phldrT="[文本]"/>
      <dgm:spPr/>
      <dgm:t>
        <a:bodyPr/>
        <a:lstStyle/>
        <a:p>
          <a:r>
            <a:rPr lang="zh-CN" altLang="en-US" dirty="0">
              <a:latin typeface="KaiTi" panose="02010609060101010101" pitchFamily="49" charset="-122"/>
              <a:ea typeface="KaiTi" panose="02010609060101010101" pitchFamily="49" charset="-122"/>
            </a:rPr>
            <a:t>数学思维</a:t>
          </a:r>
        </a:p>
      </dgm:t>
    </dgm:pt>
    <dgm:pt modelId="{4979A0AC-E806-9A4C-BAD7-4A26252D6ED9}" type="parTrans" cxnId="{08B0A6CB-7027-4D4C-B92C-2B164E30978F}">
      <dgm:prSet/>
      <dgm:spPr/>
      <dgm:t>
        <a:bodyPr/>
        <a:lstStyle/>
        <a:p>
          <a:endParaRPr lang="zh-CN" altLang="en-US"/>
        </a:p>
      </dgm:t>
    </dgm:pt>
    <dgm:pt modelId="{93CADE6C-EC93-8A4A-A892-CB91306AF5B2}" type="sibTrans" cxnId="{08B0A6CB-7027-4D4C-B92C-2B164E30978F}">
      <dgm:prSet/>
      <dgm:spPr/>
      <dgm:t>
        <a:bodyPr/>
        <a:lstStyle/>
        <a:p>
          <a:endParaRPr lang="zh-CN" altLang="en-US"/>
        </a:p>
      </dgm:t>
    </dgm:pt>
    <dgm:pt modelId="{2279D338-D0EE-304C-822A-572031DB58F8}">
      <dgm:prSet phldrT="[文本]"/>
      <dgm:spPr/>
      <dgm:t>
        <a:bodyPr/>
        <a:lstStyle/>
        <a:p>
          <a:r>
            <a:rPr lang="zh-CN" altLang="en-US" dirty="0">
              <a:latin typeface="KaiTi" panose="02010609060101010101" pitchFamily="49" charset="-122"/>
              <a:ea typeface="KaiTi" panose="02010609060101010101" pitchFamily="49" charset="-122"/>
            </a:rPr>
            <a:t>理想情形</a:t>
          </a:r>
        </a:p>
      </dgm:t>
    </dgm:pt>
    <dgm:pt modelId="{EB56D01D-A2CB-A04D-A153-42DA2E0160F3}" type="parTrans" cxnId="{9767A3A4-BE0B-4847-A510-45AEEF7809FE}">
      <dgm:prSet/>
      <dgm:spPr/>
      <dgm:t>
        <a:bodyPr/>
        <a:lstStyle/>
        <a:p>
          <a:endParaRPr lang="zh-CN" altLang="en-US"/>
        </a:p>
      </dgm:t>
    </dgm:pt>
    <dgm:pt modelId="{15239AD0-7C0D-8F49-B9CB-05D935AC5FB8}" type="sibTrans" cxnId="{9767A3A4-BE0B-4847-A510-45AEEF7809FE}">
      <dgm:prSet/>
      <dgm:spPr/>
      <dgm:t>
        <a:bodyPr/>
        <a:lstStyle/>
        <a:p>
          <a:endParaRPr lang="zh-CN" altLang="en-US"/>
        </a:p>
      </dgm:t>
    </dgm:pt>
    <dgm:pt modelId="{A96EE8FD-3AA9-6F4A-8A57-5C9E938655A7}">
      <dgm:prSet phldrT="[文本]"/>
      <dgm:spPr>
        <a:solidFill>
          <a:srgbClr val="C00000"/>
        </a:solidFill>
      </dgm:spPr>
      <dgm:t>
        <a:bodyPr/>
        <a:lstStyle/>
        <a:p>
          <a:r>
            <a:rPr lang="zh-CN" altLang="en-US" dirty="0">
              <a:latin typeface="KaiTi" panose="02010609060101010101" pitchFamily="49" charset="-122"/>
              <a:ea typeface="KaiTi" panose="02010609060101010101" pitchFamily="49" charset="-122"/>
            </a:rPr>
            <a:t>算法思维</a:t>
          </a:r>
        </a:p>
      </dgm:t>
    </dgm:pt>
    <dgm:pt modelId="{4253DDF9-5541-3C42-95CD-3D2BA9FF0DD2}" type="parTrans" cxnId="{3EC82ABC-76E4-0047-99E4-644EAE738C0E}">
      <dgm:prSet/>
      <dgm:spPr/>
      <dgm:t>
        <a:bodyPr/>
        <a:lstStyle/>
        <a:p>
          <a:endParaRPr lang="zh-CN" altLang="en-US"/>
        </a:p>
      </dgm:t>
    </dgm:pt>
    <dgm:pt modelId="{80CB5576-154F-E847-B5BA-D8D8A197D7E4}" type="sibTrans" cxnId="{3EC82ABC-76E4-0047-99E4-644EAE738C0E}">
      <dgm:prSet/>
      <dgm:spPr/>
      <dgm:t>
        <a:bodyPr/>
        <a:lstStyle/>
        <a:p>
          <a:endParaRPr lang="zh-CN" altLang="en-US"/>
        </a:p>
      </dgm:t>
    </dgm:pt>
    <dgm:pt modelId="{889C5416-CF02-3342-845A-7735220FC77A}">
      <dgm:prSet phldrT="[文本]"/>
      <dgm:spPr>
        <a:solidFill>
          <a:schemeClr val="accent1"/>
        </a:solidFill>
      </dgm:spPr>
      <dgm:t>
        <a:bodyPr/>
        <a:lstStyle/>
        <a:p>
          <a:r>
            <a:rPr lang="zh-CN" altLang="en-US" dirty="0">
              <a:latin typeface="KaiTi" panose="02010609060101010101" pitchFamily="49" charset="-122"/>
              <a:ea typeface="KaiTi" panose="02010609060101010101" pitchFamily="49" charset="-122"/>
            </a:rPr>
            <a:t>工程思维</a:t>
          </a:r>
        </a:p>
      </dgm:t>
    </dgm:pt>
    <dgm:pt modelId="{CB49FB88-40B8-6A48-AEEC-6CF222B35670}" type="parTrans" cxnId="{01B7DF0B-ED4D-BA4A-B0B1-08DA5D22051B}">
      <dgm:prSet/>
      <dgm:spPr/>
      <dgm:t>
        <a:bodyPr/>
        <a:lstStyle/>
        <a:p>
          <a:endParaRPr lang="zh-CN" altLang="en-US"/>
        </a:p>
      </dgm:t>
    </dgm:pt>
    <dgm:pt modelId="{39033BFB-7AD4-C343-B674-135BA3F4C96B}" type="sibTrans" cxnId="{01B7DF0B-ED4D-BA4A-B0B1-08DA5D22051B}">
      <dgm:prSet/>
      <dgm:spPr/>
      <dgm:t>
        <a:bodyPr/>
        <a:lstStyle/>
        <a:p>
          <a:endParaRPr lang="zh-CN" altLang="en-US"/>
        </a:p>
      </dgm:t>
    </dgm:pt>
    <dgm:pt modelId="{65CD155F-A83E-804A-BF6E-3D738DFB741E}">
      <dgm:prSet phldrT="[文本]" custT="1"/>
      <dgm:spPr/>
      <dgm:t>
        <a:bodyPr/>
        <a:lstStyle/>
        <a:p>
          <a:pPr marL="114300" lvl="1" indent="-114300" algn="l" defTabSz="577850">
            <a:lnSpc>
              <a:spcPct val="90000"/>
            </a:lnSpc>
            <a:spcBef>
              <a:spcPct val="0"/>
            </a:spcBef>
            <a:spcAft>
              <a:spcPct val="15000"/>
            </a:spcAft>
            <a:buChar char="•"/>
          </a:pPr>
          <a:r>
            <a:rPr lang="zh-CN" altLang="en-US" sz="1600" kern="1200" dirty="0">
              <a:solidFill>
                <a:prstClr val="black">
                  <a:hueOff val="0"/>
                  <a:satOff val="0"/>
                  <a:lumOff val="0"/>
                  <a:alphaOff val="0"/>
                </a:prstClr>
              </a:solidFill>
              <a:latin typeface="KaiTi" panose="02010609060101010101" pitchFamily="49" charset="-122"/>
              <a:ea typeface="KaiTi" panose="02010609060101010101" pitchFamily="49" charset="-122"/>
              <a:cs typeface="+mn-cs"/>
            </a:rPr>
            <a:t>大规模</a:t>
          </a:r>
        </a:p>
      </dgm:t>
    </dgm:pt>
    <dgm:pt modelId="{96BDD60F-00A6-924F-B02C-604A01619C17}" type="parTrans" cxnId="{7022298C-8D56-7947-A5F4-6F0F67C7D867}">
      <dgm:prSet/>
      <dgm:spPr/>
      <dgm:t>
        <a:bodyPr/>
        <a:lstStyle/>
        <a:p>
          <a:endParaRPr lang="zh-CN" altLang="en-US"/>
        </a:p>
      </dgm:t>
    </dgm:pt>
    <dgm:pt modelId="{117569E4-FFAD-CA4C-A3F7-CEBB31B3B34E}" type="sibTrans" cxnId="{7022298C-8D56-7947-A5F4-6F0F67C7D867}">
      <dgm:prSet/>
      <dgm:spPr/>
      <dgm:t>
        <a:bodyPr/>
        <a:lstStyle/>
        <a:p>
          <a:endParaRPr lang="zh-CN" altLang="en-US"/>
        </a:p>
      </dgm:t>
    </dgm:pt>
    <dgm:pt modelId="{437BCEBA-BD12-4B41-BFD3-3173C19990EA}">
      <dgm:prSet phldrT="[文本]"/>
      <dgm:spPr/>
      <dgm:t>
        <a:bodyPr/>
        <a:lstStyle/>
        <a:p>
          <a:r>
            <a:rPr lang="zh-CN" altLang="en-US" dirty="0">
              <a:latin typeface="KaiTi" panose="02010609060101010101" pitchFamily="49" charset="-122"/>
              <a:ea typeface="KaiTi" panose="02010609060101010101" pitchFamily="49" charset="-122"/>
            </a:rPr>
            <a:t>存在性</a:t>
          </a:r>
        </a:p>
      </dgm:t>
    </dgm:pt>
    <dgm:pt modelId="{155415F7-76C3-1342-A5ED-1CE50E6A200E}" type="parTrans" cxnId="{E86D68DA-06C8-824D-9024-D55E2CB1BBDE}">
      <dgm:prSet/>
      <dgm:spPr/>
      <dgm:t>
        <a:bodyPr/>
        <a:lstStyle/>
        <a:p>
          <a:endParaRPr lang="zh-CN" altLang="en-US"/>
        </a:p>
      </dgm:t>
    </dgm:pt>
    <dgm:pt modelId="{4ECA8808-398C-534E-BAF5-61B348DFD73C}" type="sibTrans" cxnId="{E86D68DA-06C8-824D-9024-D55E2CB1BBDE}">
      <dgm:prSet/>
      <dgm:spPr/>
      <dgm:t>
        <a:bodyPr/>
        <a:lstStyle/>
        <a:p>
          <a:endParaRPr lang="zh-CN" altLang="en-US"/>
        </a:p>
      </dgm:t>
    </dgm:pt>
    <dgm:pt modelId="{E3970245-B3F4-1949-A4BC-B387CB9081B8}">
      <dgm:prSet phldrT="[文本]"/>
      <dgm:spPr/>
      <dgm:t>
        <a:bodyPr/>
        <a:lstStyle/>
        <a:p>
          <a:r>
            <a:rPr lang="zh-CN" altLang="en-US" dirty="0">
              <a:latin typeface="KaiTi" panose="02010609060101010101" pitchFamily="49" charset="-122"/>
              <a:ea typeface="KaiTi" panose="02010609060101010101" pitchFamily="49" charset="-122"/>
            </a:rPr>
            <a:t>允许误差</a:t>
          </a:r>
        </a:p>
      </dgm:t>
    </dgm:pt>
    <dgm:pt modelId="{B51AD9F0-1B15-BC4D-A0AE-CBF5D43FF68D}" type="parTrans" cxnId="{8EF1E1B2-52CF-B847-9976-1987D1097CA0}">
      <dgm:prSet/>
      <dgm:spPr/>
      <dgm:t>
        <a:bodyPr/>
        <a:lstStyle/>
        <a:p>
          <a:endParaRPr lang="zh-CN" altLang="en-US"/>
        </a:p>
      </dgm:t>
    </dgm:pt>
    <dgm:pt modelId="{513CA31F-A484-EC4A-9A13-785599E05D6A}" type="sibTrans" cxnId="{8EF1E1B2-52CF-B847-9976-1987D1097CA0}">
      <dgm:prSet/>
      <dgm:spPr/>
      <dgm:t>
        <a:bodyPr/>
        <a:lstStyle/>
        <a:p>
          <a:endParaRPr lang="zh-CN" altLang="en-US"/>
        </a:p>
      </dgm:t>
    </dgm:pt>
    <dgm:pt modelId="{CB18E7D9-0D97-A049-8E38-8FC390921B01}">
      <dgm:prSet phldrT="[文本]"/>
      <dgm:spPr/>
      <dgm:t>
        <a:bodyPr/>
        <a:lstStyle/>
        <a:p>
          <a:r>
            <a:rPr lang="zh-CN" altLang="en-US" dirty="0">
              <a:latin typeface="KaiTi" panose="02010609060101010101" pitchFamily="49" charset="-122"/>
              <a:ea typeface="KaiTi" panose="02010609060101010101" pitchFamily="49" charset="-122"/>
            </a:rPr>
            <a:t>复杂度</a:t>
          </a:r>
          <a:r>
            <a:rPr lang="en-US" altLang="zh-CN" dirty="0">
              <a:latin typeface="KaiTi" panose="02010609060101010101" pitchFamily="49" charset="-122"/>
              <a:ea typeface="KaiTi" panose="02010609060101010101" pitchFamily="49" charset="-122"/>
            </a:rPr>
            <a:t>/</a:t>
          </a:r>
          <a:r>
            <a:rPr lang="zh-CN" altLang="en-US" dirty="0">
              <a:latin typeface="KaiTi" panose="02010609060101010101" pitchFamily="49" charset="-122"/>
              <a:ea typeface="KaiTi" panose="02010609060101010101" pitchFamily="49" charset="-122"/>
            </a:rPr>
            <a:t>效率</a:t>
          </a:r>
        </a:p>
      </dgm:t>
    </dgm:pt>
    <dgm:pt modelId="{C5D2DFC3-2073-5440-9389-1711760ABD37}" type="parTrans" cxnId="{62968B35-27B2-3F4C-9657-22635ADDD5C7}">
      <dgm:prSet/>
      <dgm:spPr/>
      <dgm:t>
        <a:bodyPr/>
        <a:lstStyle/>
        <a:p>
          <a:endParaRPr lang="zh-CN" altLang="en-US"/>
        </a:p>
      </dgm:t>
    </dgm:pt>
    <dgm:pt modelId="{ADBF435C-E460-0546-B043-4DDE07543C6D}" type="sibTrans" cxnId="{62968B35-27B2-3F4C-9657-22635ADDD5C7}">
      <dgm:prSet/>
      <dgm:spPr/>
      <dgm:t>
        <a:bodyPr/>
        <a:lstStyle/>
        <a:p>
          <a:endParaRPr lang="zh-CN" altLang="en-US"/>
        </a:p>
      </dgm:t>
    </dgm:pt>
    <dgm:pt modelId="{F57DE3D3-BE76-824D-BE15-A63C916E74DB}">
      <dgm:prSet phldrT="[文本]" custT="1"/>
      <dgm:spPr/>
      <dgm:t>
        <a:bodyPr/>
        <a:lstStyle/>
        <a:p>
          <a:pPr marL="114300" lvl="1" indent="-114300" algn="l" defTabSz="577850">
            <a:lnSpc>
              <a:spcPct val="90000"/>
            </a:lnSpc>
            <a:spcBef>
              <a:spcPct val="0"/>
            </a:spcBef>
            <a:spcAft>
              <a:spcPct val="15000"/>
            </a:spcAft>
            <a:buChar char="•"/>
          </a:pPr>
          <a:r>
            <a:rPr lang="zh-CN" altLang="en-US" sz="1600" kern="1200" dirty="0">
              <a:solidFill>
                <a:prstClr val="black">
                  <a:hueOff val="0"/>
                  <a:satOff val="0"/>
                  <a:lumOff val="0"/>
                  <a:alphaOff val="0"/>
                </a:prstClr>
              </a:solidFill>
              <a:latin typeface="KaiTi" panose="02010609060101010101" pitchFamily="49" charset="-122"/>
              <a:ea typeface="KaiTi" panose="02010609060101010101" pitchFamily="49" charset="-122"/>
              <a:cs typeface="+mn-cs"/>
            </a:rPr>
            <a:t>稳定性</a:t>
          </a:r>
        </a:p>
      </dgm:t>
    </dgm:pt>
    <dgm:pt modelId="{97C0EC80-33D5-964F-86FF-3BB3090E2466}" type="sibTrans" cxnId="{5EE0B1CB-C638-BA41-A12F-B4D50126B9E2}">
      <dgm:prSet/>
      <dgm:spPr/>
      <dgm:t>
        <a:bodyPr/>
        <a:lstStyle/>
        <a:p>
          <a:endParaRPr lang="zh-CN" altLang="en-US"/>
        </a:p>
      </dgm:t>
    </dgm:pt>
    <dgm:pt modelId="{53AF2DF2-CC51-B54A-A7E1-95AE53AFA79E}" type="parTrans" cxnId="{5EE0B1CB-C638-BA41-A12F-B4D50126B9E2}">
      <dgm:prSet/>
      <dgm:spPr/>
      <dgm:t>
        <a:bodyPr/>
        <a:lstStyle/>
        <a:p>
          <a:endParaRPr lang="zh-CN" altLang="en-US"/>
        </a:p>
      </dgm:t>
    </dgm:pt>
    <dgm:pt modelId="{14BF26F7-A073-6743-91DD-CD6C3D4D46ED}">
      <dgm:prSet phldrT="[文本]"/>
      <dgm:spPr/>
      <dgm:t>
        <a:bodyPr/>
        <a:lstStyle/>
        <a:p>
          <a:r>
            <a:rPr lang="zh-CN" altLang="en-US" dirty="0">
              <a:latin typeface="KaiTi" panose="02010609060101010101" pitchFamily="49" charset="-122"/>
              <a:ea typeface="KaiTi" panose="02010609060101010101" pitchFamily="49" charset="-122"/>
            </a:rPr>
            <a:t>构造性</a:t>
          </a:r>
        </a:p>
      </dgm:t>
    </dgm:pt>
    <dgm:pt modelId="{5DACBB10-F7D9-1B46-A683-271489E8DB6E}" type="parTrans" cxnId="{84741998-0305-414A-B82A-869B44EF9E98}">
      <dgm:prSet/>
      <dgm:spPr/>
      <dgm:t>
        <a:bodyPr/>
        <a:lstStyle/>
        <a:p>
          <a:endParaRPr lang="zh-CN" altLang="en-US"/>
        </a:p>
      </dgm:t>
    </dgm:pt>
    <dgm:pt modelId="{CA15F0C1-D74E-C34D-82D4-F0DE11930B68}" type="sibTrans" cxnId="{84741998-0305-414A-B82A-869B44EF9E98}">
      <dgm:prSet/>
      <dgm:spPr/>
      <dgm:t>
        <a:bodyPr/>
        <a:lstStyle/>
        <a:p>
          <a:endParaRPr lang="zh-CN" altLang="en-US"/>
        </a:p>
      </dgm:t>
    </dgm:pt>
    <dgm:pt modelId="{92F36081-B3E4-AB40-ACDA-EE33AE0B3800}">
      <dgm:prSet phldrT="[文本]"/>
      <dgm:spPr/>
      <dgm:t>
        <a:bodyPr/>
        <a:lstStyle/>
        <a:p>
          <a:r>
            <a:rPr lang="zh-CN" altLang="en-US" dirty="0">
              <a:latin typeface="KaiTi" panose="02010609060101010101" pitchFamily="49" charset="-122"/>
              <a:ea typeface="KaiTi" panose="02010609060101010101" pitchFamily="49" charset="-122"/>
            </a:rPr>
            <a:t>不计效率</a:t>
          </a:r>
        </a:p>
      </dgm:t>
    </dgm:pt>
    <dgm:pt modelId="{22DC09B3-89FA-DD4D-B936-8CECD53433C9}" type="parTrans" cxnId="{82022B13-17DA-C547-B6E4-E03F6EBBDC52}">
      <dgm:prSet/>
      <dgm:spPr/>
      <dgm:t>
        <a:bodyPr/>
        <a:lstStyle/>
        <a:p>
          <a:endParaRPr lang="zh-CN" altLang="en-US"/>
        </a:p>
      </dgm:t>
    </dgm:pt>
    <dgm:pt modelId="{988AA58C-CC8E-CF48-ACB7-78098D33B0EA}" type="sibTrans" cxnId="{82022B13-17DA-C547-B6E4-E03F6EBBDC52}">
      <dgm:prSet/>
      <dgm:spPr/>
      <dgm:t>
        <a:bodyPr/>
        <a:lstStyle/>
        <a:p>
          <a:endParaRPr lang="zh-CN" altLang="en-US"/>
        </a:p>
      </dgm:t>
    </dgm:pt>
    <dgm:pt modelId="{1C7B44C8-DA81-EF41-BF86-7DC57C4BE6EA}">
      <dgm:prSet phldrT="[文本]" custT="1"/>
      <dgm:spPr/>
      <dgm:t>
        <a:bodyPr/>
        <a:lstStyle/>
        <a:p>
          <a:pPr marL="114300" lvl="1" indent="-114300" algn="l" defTabSz="577850">
            <a:lnSpc>
              <a:spcPct val="90000"/>
            </a:lnSpc>
            <a:spcBef>
              <a:spcPct val="0"/>
            </a:spcBef>
            <a:spcAft>
              <a:spcPct val="15000"/>
            </a:spcAft>
            <a:buChar char="•"/>
          </a:pPr>
          <a:r>
            <a:rPr lang="zh-CN" altLang="en-US" sz="1600" kern="1200" dirty="0">
              <a:solidFill>
                <a:prstClr val="black">
                  <a:hueOff val="0"/>
                  <a:satOff val="0"/>
                  <a:lumOff val="0"/>
                  <a:alphaOff val="0"/>
                </a:prstClr>
              </a:solidFill>
              <a:latin typeface="KaiTi" panose="02010609060101010101" pitchFamily="49" charset="-122"/>
              <a:ea typeface="KaiTi" panose="02010609060101010101" pitchFamily="49" charset="-122"/>
              <a:cs typeface="+mn-cs"/>
            </a:rPr>
            <a:t>商业成本</a:t>
          </a:r>
        </a:p>
      </dgm:t>
    </dgm:pt>
    <dgm:pt modelId="{7E72C3E6-C310-7B4E-B713-81B9456F4973}" type="parTrans" cxnId="{80101AE6-DAC8-F840-B79B-5F22A9C3FD53}">
      <dgm:prSet/>
      <dgm:spPr/>
      <dgm:t>
        <a:bodyPr/>
        <a:lstStyle/>
        <a:p>
          <a:endParaRPr lang="zh-CN" altLang="en-US"/>
        </a:p>
      </dgm:t>
    </dgm:pt>
    <dgm:pt modelId="{64750222-1AF0-1946-B36D-1C4EB03EDB9C}" type="sibTrans" cxnId="{80101AE6-DAC8-F840-B79B-5F22A9C3FD53}">
      <dgm:prSet/>
      <dgm:spPr/>
      <dgm:t>
        <a:bodyPr/>
        <a:lstStyle/>
        <a:p>
          <a:endParaRPr lang="zh-CN" altLang="en-US"/>
        </a:p>
      </dgm:t>
    </dgm:pt>
    <dgm:pt modelId="{2E5FEA55-D0AE-FA45-AC32-EF82ECE41784}" type="pres">
      <dgm:prSet presAssocID="{9352AF93-DBDC-3546-B995-CC84C9A1EAD5}" presName="linearFlow" presStyleCnt="0">
        <dgm:presLayoutVars>
          <dgm:dir/>
          <dgm:animLvl val="lvl"/>
          <dgm:resizeHandles val="exact"/>
        </dgm:presLayoutVars>
      </dgm:prSet>
      <dgm:spPr/>
    </dgm:pt>
    <dgm:pt modelId="{1AD95625-D230-E248-A97A-E2C030EA127A}" type="pres">
      <dgm:prSet presAssocID="{2015C54C-CD19-F645-B1D7-8062DE403D0F}" presName="composite" presStyleCnt="0"/>
      <dgm:spPr/>
    </dgm:pt>
    <dgm:pt modelId="{0DABF7C7-D767-984B-B8F7-8BF9D7BEB0EB}" type="pres">
      <dgm:prSet presAssocID="{2015C54C-CD19-F645-B1D7-8062DE403D0F}" presName="parentText" presStyleLbl="alignNode1" presStyleIdx="0" presStyleCnt="3">
        <dgm:presLayoutVars>
          <dgm:chMax val="1"/>
          <dgm:bulletEnabled val="1"/>
        </dgm:presLayoutVars>
      </dgm:prSet>
      <dgm:spPr/>
    </dgm:pt>
    <dgm:pt modelId="{F8C92664-930D-EF40-8514-C8C9A20ED449}" type="pres">
      <dgm:prSet presAssocID="{2015C54C-CD19-F645-B1D7-8062DE403D0F}" presName="descendantText" presStyleLbl="alignAcc1" presStyleIdx="0" presStyleCnt="3" custScaleX="63387" custLinFactNeighborX="-10082" custLinFactNeighborY="21510">
        <dgm:presLayoutVars>
          <dgm:bulletEnabled val="1"/>
        </dgm:presLayoutVars>
      </dgm:prSet>
      <dgm:spPr/>
    </dgm:pt>
    <dgm:pt modelId="{9C3FC4FC-901E-5D46-89A9-9FC7BDCDB5F4}" type="pres">
      <dgm:prSet presAssocID="{93CADE6C-EC93-8A4A-A892-CB91306AF5B2}" presName="sp" presStyleCnt="0"/>
      <dgm:spPr/>
    </dgm:pt>
    <dgm:pt modelId="{22ED5A2B-E84F-B542-A345-4DAD5B3D199E}" type="pres">
      <dgm:prSet presAssocID="{A96EE8FD-3AA9-6F4A-8A57-5C9E938655A7}" presName="composite" presStyleCnt="0"/>
      <dgm:spPr/>
    </dgm:pt>
    <dgm:pt modelId="{B3386829-4551-DD4A-B387-A2E2036BC805}" type="pres">
      <dgm:prSet presAssocID="{A96EE8FD-3AA9-6F4A-8A57-5C9E938655A7}" presName="parentText" presStyleLbl="alignNode1" presStyleIdx="1" presStyleCnt="3">
        <dgm:presLayoutVars>
          <dgm:chMax val="1"/>
          <dgm:bulletEnabled val="1"/>
        </dgm:presLayoutVars>
      </dgm:prSet>
      <dgm:spPr/>
    </dgm:pt>
    <dgm:pt modelId="{EBB1C085-12A4-6C4C-9C17-53B7D9073420}" type="pres">
      <dgm:prSet presAssocID="{A96EE8FD-3AA9-6F4A-8A57-5C9E938655A7}" presName="descendantText" presStyleLbl="alignAcc1" presStyleIdx="1" presStyleCnt="3" custScaleX="69402" custLinFactNeighborX="-10007" custLinFactNeighborY="23551">
        <dgm:presLayoutVars>
          <dgm:bulletEnabled val="1"/>
        </dgm:presLayoutVars>
      </dgm:prSet>
      <dgm:spPr/>
    </dgm:pt>
    <dgm:pt modelId="{428DFF69-7A1F-6E49-BC42-B0EA6186FE69}" type="pres">
      <dgm:prSet presAssocID="{80CB5576-154F-E847-B5BA-D8D8A197D7E4}" presName="sp" presStyleCnt="0"/>
      <dgm:spPr/>
    </dgm:pt>
    <dgm:pt modelId="{8402746E-A415-AB4E-A566-8F374463C550}" type="pres">
      <dgm:prSet presAssocID="{889C5416-CF02-3342-845A-7735220FC77A}" presName="composite" presStyleCnt="0"/>
      <dgm:spPr/>
    </dgm:pt>
    <dgm:pt modelId="{8E8B6D03-A575-FC47-B334-EB904C70FFF3}" type="pres">
      <dgm:prSet presAssocID="{889C5416-CF02-3342-845A-7735220FC77A}" presName="parentText" presStyleLbl="alignNode1" presStyleIdx="2" presStyleCnt="3">
        <dgm:presLayoutVars>
          <dgm:chMax val="1"/>
          <dgm:bulletEnabled val="1"/>
        </dgm:presLayoutVars>
      </dgm:prSet>
      <dgm:spPr/>
    </dgm:pt>
    <dgm:pt modelId="{6C1A7036-16B3-3C4B-A6DC-77E7441CA6A2}" type="pres">
      <dgm:prSet presAssocID="{889C5416-CF02-3342-845A-7735220FC77A}" presName="descendantText" presStyleLbl="alignAcc1" presStyleIdx="2" presStyleCnt="3" custScaleX="62197" custLinFactNeighborX="-11429" custLinFactNeighborY="39405">
        <dgm:presLayoutVars>
          <dgm:bulletEnabled val="1"/>
        </dgm:presLayoutVars>
      </dgm:prSet>
      <dgm:spPr/>
    </dgm:pt>
  </dgm:ptLst>
  <dgm:cxnLst>
    <dgm:cxn modelId="{01B7DF0B-ED4D-BA4A-B0B1-08DA5D22051B}" srcId="{9352AF93-DBDC-3546-B995-CC84C9A1EAD5}" destId="{889C5416-CF02-3342-845A-7735220FC77A}" srcOrd="2" destOrd="0" parTransId="{CB49FB88-40B8-6A48-AEEC-6CF222B35670}" sibTransId="{39033BFB-7AD4-C343-B674-135BA3F4C96B}"/>
    <dgm:cxn modelId="{82022B13-17DA-C547-B6E4-E03F6EBBDC52}" srcId="{2015C54C-CD19-F645-B1D7-8062DE403D0F}" destId="{92F36081-B3E4-AB40-ACDA-EE33AE0B3800}" srcOrd="2" destOrd="0" parTransId="{22DC09B3-89FA-DD4D-B936-8CECD53433C9}" sibTransId="{988AA58C-CC8E-CF48-ACB7-78098D33B0EA}"/>
    <dgm:cxn modelId="{4A9F1016-8D8D-4846-97FA-E6FA5083B84A}" type="presOf" srcId="{E3970245-B3F4-1949-A4BC-B387CB9081B8}" destId="{EBB1C085-12A4-6C4C-9C17-53B7D9073420}" srcOrd="0" destOrd="0" presId="urn:microsoft.com/office/officeart/2005/8/layout/chevron2"/>
    <dgm:cxn modelId="{CCAA0C1F-35DF-F447-920B-8EE7A95B37C9}" type="presOf" srcId="{92F36081-B3E4-AB40-ACDA-EE33AE0B3800}" destId="{F8C92664-930D-EF40-8514-C8C9A20ED449}" srcOrd="0" destOrd="2" presId="urn:microsoft.com/office/officeart/2005/8/layout/chevron2"/>
    <dgm:cxn modelId="{D96DA220-0FB0-FB47-BA8A-71596671896F}" type="presOf" srcId="{9352AF93-DBDC-3546-B995-CC84C9A1EAD5}" destId="{2E5FEA55-D0AE-FA45-AC32-EF82ECE41784}" srcOrd="0" destOrd="0" presId="urn:microsoft.com/office/officeart/2005/8/layout/chevron2"/>
    <dgm:cxn modelId="{EA8D092B-8334-C546-AA6F-012787B11DF0}" type="presOf" srcId="{CB18E7D9-0D97-A049-8E38-8FC390921B01}" destId="{EBB1C085-12A4-6C4C-9C17-53B7D9073420}" srcOrd="0" destOrd="2" presId="urn:microsoft.com/office/officeart/2005/8/layout/chevron2"/>
    <dgm:cxn modelId="{62968B35-27B2-3F4C-9657-22635ADDD5C7}" srcId="{A96EE8FD-3AA9-6F4A-8A57-5C9E938655A7}" destId="{CB18E7D9-0D97-A049-8E38-8FC390921B01}" srcOrd="2" destOrd="0" parTransId="{C5D2DFC3-2073-5440-9389-1711760ABD37}" sibTransId="{ADBF435C-E460-0546-B043-4DDE07543C6D}"/>
    <dgm:cxn modelId="{22B2DE48-B6F3-EB4B-9376-F2593FF8E6E1}" type="presOf" srcId="{2279D338-D0EE-304C-822A-572031DB58F8}" destId="{F8C92664-930D-EF40-8514-C8C9A20ED449}" srcOrd="0" destOrd="0" presId="urn:microsoft.com/office/officeart/2005/8/layout/chevron2"/>
    <dgm:cxn modelId="{CA490D76-3B2F-6F46-A6AC-B70F73FB665A}" type="presOf" srcId="{65CD155F-A83E-804A-BF6E-3D738DFB741E}" destId="{6C1A7036-16B3-3C4B-A6DC-77E7441CA6A2}" srcOrd="0" destOrd="0" presId="urn:microsoft.com/office/officeart/2005/8/layout/chevron2"/>
    <dgm:cxn modelId="{E483988B-3BE5-BE41-A53D-2D3AF18F8CD4}" type="presOf" srcId="{2015C54C-CD19-F645-B1D7-8062DE403D0F}" destId="{0DABF7C7-D767-984B-B8F7-8BF9D7BEB0EB}" srcOrd="0" destOrd="0" presId="urn:microsoft.com/office/officeart/2005/8/layout/chevron2"/>
    <dgm:cxn modelId="{A20EF48B-8ED5-2C40-8D58-23A63462001F}" type="presOf" srcId="{F57DE3D3-BE76-824D-BE15-A63C916E74DB}" destId="{6C1A7036-16B3-3C4B-A6DC-77E7441CA6A2}" srcOrd="0" destOrd="1" presId="urn:microsoft.com/office/officeart/2005/8/layout/chevron2"/>
    <dgm:cxn modelId="{7022298C-8D56-7947-A5F4-6F0F67C7D867}" srcId="{889C5416-CF02-3342-845A-7735220FC77A}" destId="{65CD155F-A83E-804A-BF6E-3D738DFB741E}" srcOrd="0" destOrd="0" parTransId="{96BDD60F-00A6-924F-B02C-604A01619C17}" sibTransId="{117569E4-FFAD-CA4C-A3F7-CEBB31B3B34E}"/>
    <dgm:cxn modelId="{84741998-0305-414A-B82A-869B44EF9E98}" srcId="{A96EE8FD-3AA9-6F4A-8A57-5C9E938655A7}" destId="{14BF26F7-A073-6743-91DD-CD6C3D4D46ED}" srcOrd="1" destOrd="0" parTransId="{5DACBB10-F7D9-1B46-A683-271489E8DB6E}" sibTransId="{CA15F0C1-D74E-C34D-82D4-F0DE11930B68}"/>
    <dgm:cxn modelId="{ECB5D3A1-0B83-374B-8512-E01B100395D9}" type="presOf" srcId="{1C7B44C8-DA81-EF41-BF86-7DC57C4BE6EA}" destId="{6C1A7036-16B3-3C4B-A6DC-77E7441CA6A2}" srcOrd="0" destOrd="2" presId="urn:microsoft.com/office/officeart/2005/8/layout/chevron2"/>
    <dgm:cxn modelId="{9767A3A4-BE0B-4847-A510-45AEEF7809FE}" srcId="{2015C54C-CD19-F645-B1D7-8062DE403D0F}" destId="{2279D338-D0EE-304C-822A-572031DB58F8}" srcOrd="0" destOrd="0" parTransId="{EB56D01D-A2CB-A04D-A153-42DA2E0160F3}" sibTransId="{15239AD0-7C0D-8F49-B9CB-05D935AC5FB8}"/>
    <dgm:cxn modelId="{8EF1E1B2-52CF-B847-9976-1987D1097CA0}" srcId="{A96EE8FD-3AA9-6F4A-8A57-5C9E938655A7}" destId="{E3970245-B3F4-1949-A4BC-B387CB9081B8}" srcOrd="0" destOrd="0" parTransId="{B51AD9F0-1B15-BC4D-A0AE-CBF5D43FF68D}" sibTransId="{513CA31F-A484-EC4A-9A13-785599E05D6A}"/>
    <dgm:cxn modelId="{3EC82ABC-76E4-0047-99E4-644EAE738C0E}" srcId="{9352AF93-DBDC-3546-B995-CC84C9A1EAD5}" destId="{A96EE8FD-3AA9-6F4A-8A57-5C9E938655A7}" srcOrd="1" destOrd="0" parTransId="{4253DDF9-5541-3C42-95CD-3D2BA9FF0DD2}" sibTransId="{80CB5576-154F-E847-B5BA-D8D8A197D7E4}"/>
    <dgm:cxn modelId="{AB1B62C8-2C93-B04C-B37A-3A7A856DEDB0}" type="presOf" srcId="{437BCEBA-BD12-4B41-BFD3-3173C19990EA}" destId="{F8C92664-930D-EF40-8514-C8C9A20ED449}" srcOrd="0" destOrd="1" presId="urn:microsoft.com/office/officeart/2005/8/layout/chevron2"/>
    <dgm:cxn modelId="{08B0A6CB-7027-4D4C-B92C-2B164E30978F}" srcId="{9352AF93-DBDC-3546-B995-CC84C9A1EAD5}" destId="{2015C54C-CD19-F645-B1D7-8062DE403D0F}" srcOrd="0" destOrd="0" parTransId="{4979A0AC-E806-9A4C-BAD7-4A26252D6ED9}" sibTransId="{93CADE6C-EC93-8A4A-A892-CB91306AF5B2}"/>
    <dgm:cxn modelId="{5EE0B1CB-C638-BA41-A12F-B4D50126B9E2}" srcId="{889C5416-CF02-3342-845A-7735220FC77A}" destId="{F57DE3D3-BE76-824D-BE15-A63C916E74DB}" srcOrd="1" destOrd="0" parTransId="{53AF2DF2-CC51-B54A-A7E1-95AE53AFA79E}" sibTransId="{97C0EC80-33D5-964F-86FF-3BB3090E2466}"/>
    <dgm:cxn modelId="{4E2034D5-84F7-284E-A9F0-28EA92204F76}" type="presOf" srcId="{14BF26F7-A073-6743-91DD-CD6C3D4D46ED}" destId="{EBB1C085-12A4-6C4C-9C17-53B7D9073420}" srcOrd="0" destOrd="1" presId="urn:microsoft.com/office/officeart/2005/8/layout/chevron2"/>
    <dgm:cxn modelId="{3EF6DAD8-D5E9-364C-9E09-9772271B3DF5}" type="presOf" srcId="{A96EE8FD-3AA9-6F4A-8A57-5C9E938655A7}" destId="{B3386829-4551-DD4A-B387-A2E2036BC805}" srcOrd="0" destOrd="0" presId="urn:microsoft.com/office/officeart/2005/8/layout/chevron2"/>
    <dgm:cxn modelId="{E86D68DA-06C8-824D-9024-D55E2CB1BBDE}" srcId="{2015C54C-CD19-F645-B1D7-8062DE403D0F}" destId="{437BCEBA-BD12-4B41-BFD3-3173C19990EA}" srcOrd="1" destOrd="0" parTransId="{155415F7-76C3-1342-A5ED-1CE50E6A200E}" sibTransId="{4ECA8808-398C-534E-BAF5-61B348DFD73C}"/>
    <dgm:cxn modelId="{80101AE6-DAC8-F840-B79B-5F22A9C3FD53}" srcId="{889C5416-CF02-3342-845A-7735220FC77A}" destId="{1C7B44C8-DA81-EF41-BF86-7DC57C4BE6EA}" srcOrd="2" destOrd="0" parTransId="{7E72C3E6-C310-7B4E-B713-81B9456F4973}" sibTransId="{64750222-1AF0-1946-B36D-1C4EB03EDB9C}"/>
    <dgm:cxn modelId="{BA2BFCF6-A1FD-2C41-9EE7-0C1AD38FAE0F}" type="presOf" srcId="{889C5416-CF02-3342-845A-7735220FC77A}" destId="{8E8B6D03-A575-FC47-B334-EB904C70FFF3}" srcOrd="0" destOrd="0" presId="urn:microsoft.com/office/officeart/2005/8/layout/chevron2"/>
    <dgm:cxn modelId="{EC5BA096-F947-9346-BEBC-48C713E11BBF}" type="presParOf" srcId="{2E5FEA55-D0AE-FA45-AC32-EF82ECE41784}" destId="{1AD95625-D230-E248-A97A-E2C030EA127A}" srcOrd="0" destOrd="0" presId="urn:microsoft.com/office/officeart/2005/8/layout/chevron2"/>
    <dgm:cxn modelId="{296FCF67-D48B-4646-869E-843E653DFBAC}" type="presParOf" srcId="{1AD95625-D230-E248-A97A-E2C030EA127A}" destId="{0DABF7C7-D767-984B-B8F7-8BF9D7BEB0EB}" srcOrd="0" destOrd="0" presId="urn:microsoft.com/office/officeart/2005/8/layout/chevron2"/>
    <dgm:cxn modelId="{A8908A43-BEC9-9F4F-8F2E-FCF6E798FEAD}" type="presParOf" srcId="{1AD95625-D230-E248-A97A-E2C030EA127A}" destId="{F8C92664-930D-EF40-8514-C8C9A20ED449}" srcOrd="1" destOrd="0" presId="urn:microsoft.com/office/officeart/2005/8/layout/chevron2"/>
    <dgm:cxn modelId="{D21B2596-F55D-1646-92E2-16EE5DE5800D}" type="presParOf" srcId="{2E5FEA55-D0AE-FA45-AC32-EF82ECE41784}" destId="{9C3FC4FC-901E-5D46-89A9-9FC7BDCDB5F4}" srcOrd="1" destOrd="0" presId="urn:microsoft.com/office/officeart/2005/8/layout/chevron2"/>
    <dgm:cxn modelId="{691D0A72-3B17-EF47-9E12-82E095FBB37F}" type="presParOf" srcId="{2E5FEA55-D0AE-FA45-AC32-EF82ECE41784}" destId="{22ED5A2B-E84F-B542-A345-4DAD5B3D199E}" srcOrd="2" destOrd="0" presId="urn:microsoft.com/office/officeart/2005/8/layout/chevron2"/>
    <dgm:cxn modelId="{D99D7C7C-8BBF-4345-AA8E-5F9E90264E47}" type="presParOf" srcId="{22ED5A2B-E84F-B542-A345-4DAD5B3D199E}" destId="{B3386829-4551-DD4A-B387-A2E2036BC805}" srcOrd="0" destOrd="0" presId="urn:microsoft.com/office/officeart/2005/8/layout/chevron2"/>
    <dgm:cxn modelId="{4DF355F5-2075-CA4C-8B6F-2D700D3CBC77}" type="presParOf" srcId="{22ED5A2B-E84F-B542-A345-4DAD5B3D199E}" destId="{EBB1C085-12A4-6C4C-9C17-53B7D9073420}" srcOrd="1" destOrd="0" presId="urn:microsoft.com/office/officeart/2005/8/layout/chevron2"/>
    <dgm:cxn modelId="{D8983118-408E-044C-AF09-37BAE57C96E6}" type="presParOf" srcId="{2E5FEA55-D0AE-FA45-AC32-EF82ECE41784}" destId="{428DFF69-7A1F-6E49-BC42-B0EA6186FE69}" srcOrd="3" destOrd="0" presId="urn:microsoft.com/office/officeart/2005/8/layout/chevron2"/>
    <dgm:cxn modelId="{2883D1D9-237A-B848-8C99-48A3462C9C64}" type="presParOf" srcId="{2E5FEA55-D0AE-FA45-AC32-EF82ECE41784}" destId="{8402746E-A415-AB4E-A566-8F374463C550}" srcOrd="4" destOrd="0" presId="urn:microsoft.com/office/officeart/2005/8/layout/chevron2"/>
    <dgm:cxn modelId="{C1276863-926B-9F43-9B40-603536A7D0B6}" type="presParOf" srcId="{8402746E-A415-AB4E-A566-8F374463C550}" destId="{8E8B6D03-A575-FC47-B334-EB904C70FFF3}" srcOrd="0" destOrd="0" presId="urn:microsoft.com/office/officeart/2005/8/layout/chevron2"/>
    <dgm:cxn modelId="{1D715CD8-ADE5-4543-8598-0D7B91D3DBC3}" type="presParOf" srcId="{8402746E-A415-AB4E-A566-8F374463C550}" destId="{6C1A7036-16B3-3C4B-A6DC-77E7441CA6A2}"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F37E499-894F-D546-A0D0-530A1EC55E11}" type="doc">
      <dgm:prSet loTypeId="urn:microsoft.com/office/officeart/2005/8/layout/cycle7" loCatId="" qsTypeId="urn:microsoft.com/office/officeart/2005/8/quickstyle/simple1" qsCatId="simple" csTypeId="urn:microsoft.com/office/officeart/2005/8/colors/colorful4" csCatId="colorful" phldr="1"/>
      <dgm:spPr/>
      <dgm:t>
        <a:bodyPr/>
        <a:lstStyle/>
        <a:p>
          <a:endParaRPr lang="zh-CN" altLang="en-US"/>
        </a:p>
      </dgm:t>
    </dgm:pt>
    <dgm:pt modelId="{D09C2982-4AAA-6B42-A989-B3B35AE193D5}">
      <dgm:prSet phldrT="[文本]"/>
      <dgm:spPr>
        <a:solidFill>
          <a:schemeClr val="accent5"/>
        </a:solidFill>
      </dgm:spPr>
      <dgm:t>
        <a:bodyPr/>
        <a:lstStyle/>
        <a:p>
          <a:r>
            <a:rPr lang="zh-CN" altLang="en-US" dirty="0">
              <a:latin typeface="KaiTi" panose="02010609060101010101" pitchFamily="49" charset="-122"/>
              <a:ea typeface="KaiTi" panose="02010609060101010101" pitchFamily="49" charset="-122"/>
            </a:rPr>
            <a:t>取势</a:t>
          </a:r>
        </a:p>
      </dgm:t>
    </dgm:pt>
    <dgm:pt modelId="{7C5756BB-C874-AC4D-A5EE-466E049EC845}" type="parTrans" cxnId="{5FCF4F02-4B04-EC46-8106-56F45D9C9154}">
      <dgm:prSet/>
      <dgm:spPr/>
      <dgm:t>
        <a:bodyPr/>
        <a:lstStyle/>
        <a:p>
          <a:endParaRPr lang="zh-CN" altLang="en-US"/>
        </a:p>
      </dgm:t>
    </dgm:pt>
    <dgm:pt modelId="{921C3E2E-F1EB-0A43-BDCB-E65DA0D153DA}" type="sibTrans" cxnId="{5FCF4F02-4B04-EC46-8106-56F45D9C9154}">
      <dgm:prSet/>
      <dgm:spPr/>
      <dgm:t>
        <a:bodyPr/>
        <a:lstStyle/>
        <a:p>
          <a:endParaRPr lang="zh-CN" altLang="en-US"/>
        </a:p>
      </dgm:t>
    </dgm:pt>
    <dgm:pt modelId="{5A0D1BB1-F1E9-F440-9ECA-C143A225A5C1}">
      <dgm:prSet phldrT="[文本]"/>
      <dgm:spPr>
        <a:solidFill>
          <a:srgbClr val="FFC000"/>
        </a:solidFill>
      </dgm:spPr>
      <dgm:t>
        <a:bodyPr/>
        <a:lstStyle/>
        <a:p>
          <a:r>
            <a:rPr lang="zh-CN" altLang="en-US" dirty="0">
              <a:latin typeface="KaiTi" panose="02010609060101010101" pitchFamily="49" charset="-122"/>
              <a:ea typeface="KaiTi" panose="02010609060101010101" pitchFamily="49" charset="-122"/>
            </a:rPr>
            <a:t>优术</a:t>
          </a:r>
          <a:endParaRPr lang="en-US" altLang="zh-CN" dirty="0">
            <a:latin typeface="KaiTi" panose="02010609060101010101" pitchFamily="49" charset="-122"/>
            <a:ea typeface="KaiTi" panose="02010609060101010101" pitchFamily="49" charset="-122"/>
          </a:endParaRPr>
        </a:p>
      </dgm:t>
    </dgm:pt>
    <dgm:pt modelId="{FEDFA388-C43B-D041-91C0-DA329F62EF42}" type="parTrans" cxnId="{AAF18C29-0A2A-C043-BC1E-13A651274232}">
      <dgm:prSet/>
      <dgm:spPr/>
      <dgm:t>
        <a:bodyPr/>
        <a:lstStyle/>
        <a:p>
          <a:endParaRPr lang="zh-CN" altLang="en-US"/>
        </a:p>
      </dgm:t>
    </dgm:pt>
    <dgm:pt modelId="{42222537-E6B1-1648-BC5F-51B851D80B3D}" type="sibTrans" cxnId="{AAF18C29-0A2A-C043-BC1E-13A651274232}">
      <dgm:prSet/>
      <dgm:spPr/>
      <dgm:t>
        <a:bodyPr/>
        <a:lstStyle/>
        <a:p>
          <a:endParaRPr lang="zh-CN" altLang="en-US"/>
        </a:p>
      </dgm:t>
    </dgm:pt>
    <dgm:pt modelId="{D6868B7E-3739-D340-8458-542B4AD7D13B}">
      <dgm:prSet phldrT="[文本]"/>
      <dgm:spPr>
        <a:solidFill>
          <a:srgbClr val="C00000"/>
        </a:solidFill>
      </dgm:spPr>
      <dgm:t>
        <a:bodyPr/>
        <a:lstStyle/>
        <a:p>
          <a:r>
            <a:rPr lang="zh-CN" altLang="en-US" dirty="0">
              <a:latin typeface="KaiTi" panose="02010609060101010101" pitchFamily="49" charset="-122"/>
              <a:ea typeface="KaiTi" panose="02010609060101010101" pitchFamily="49" charset="-122"/>
            </a:rPr>
            <a:t>明道</a:t>
          </a:r>
        </a:p>
      </dgm:t>
    </dgm:pt>
    <dgm:pt modelId="{A4D095CA-71C3-3B45-A534-E197AEC8BBC1}" type="parTrans" cxnId="{69F3AF4F-785E-7B48-8E15-73D9A6C2EE3D}">
      <dgm:prSet/>
      <dgm:spPr/>
      <dgm:t>
        <a:bodyPr/>
        <a:lstStyle/>
        <a:p>
          <a:endParaRPr lang="zh-CN" altLang="en-US"/>
        </a:p>
      </dgm:t>
    </dgm:pt>
    <dgm:pt modelId="{AEE76596-D650-DA46-A936-6852A7A3C825}" type="sibTrans" cxnId="{69F3AF4F-785E-7B48-8E15-73D9A6C2EE3D}">
      <dgm:prSet/>
      <dgm:spPr/>
      <dgm:t>
        <a:bodyPr/>
        <a:lstStyle/>
        <a:p>
          <a:endParaRPr lang="zh-CN" altLang="en-US"/>
        </a:p>
      </dgm:t>
    </dgm:pt>
    <dgm:pt modelId="{AAD91494-63A8-FB4E-8E7A-E17740BB0CE0}" type="pres">
      <dgm:prSet presAssocID="{2F37E499-894F-D546-A0D0-530A1EC55E11}" presName="Name0" presStyleCnt="0">
        <dgm:presLayoutVars>
          <dgm:dir/>
          <dgm:resizeHandles val="exact"/>
        </dgm:presLayoutVars>
      </dgm:prSet>
      <dgm:spPr/>
    </dgm:pt>
    <dgm:pt modelId="{BDF574EF-D751-AA43-87D9-BE0C02BFDB42}" type="pres">
      <dgm:prSet presAssocID="{D09C2982-4AAA-6B42-A989-B3B35AE193D5}" presName="node" presStyleLbl="node1" presStyleIdx="0" presStyleCnt="3" custRadScaleRad="117696" custRadScaleInc="1559">
        <dgm:presLayoutVars>
          <dgm:bulletEnabled val="1"/>
        </dgm:presLayoutVars>
      </dgm:prSet>
      <dgm:spPr/>
    </dgm:pt>
    <dgm:pt modelId="{049B9CF3-E7CF-5249-9D1F-CB69EDAC6D5D}" type="pres">
      <dgm:prSet presAssocID="{921C3E2E-F1EB-0A43-BDCB-E65DA0D153DA}" presName="sibTrans" presStyleLbl="sibTrans2D1" presStyleIdx="0" presStyleCnt="3"/>
      <dgm:spPr/>
    </dgm:pt>
    <dgm:pt modelId="{7BDC46EB-C2F6-A645-A060-4F3B3BD76BE2}" type="pres">
      <dgm:prSet presAssocID="{921C3E2E-F1EB-0A43-BDCB-E65DA0D153DA}" presName="connectorText" presStyleLbl="sibTrans2D1" presStyleIdx="0" presStyleCnt="3"/>
      <dgm:spPr/>
    </dgm:pt>
    <dgm:pt modelId="{B41EFB70-1D97-8E47-B736-0C3736CB7ED6}" type="pres">
      <dgm:prSet presAssocID="{5A0D1BB1-F1E9-F440-9ECA-C143A225A5C1}" presName="node" presStyleLbl="node1" presStyleIdx="1" presStyleCnt="3" custRadScaleRad="115672" custRadScaleInc="-6644">
        <dgm:presLayoutVars>
          <dgm:bulletEnabled val="1"/>
        </dgm:presLayoutVars>
      </dgm:prSet>
      <dgm:spPr/>
    </dgm:pt>
    <dgm:pt modelId="{B98C568F-7685-DD4E-A679-AE755D5E8E30}" type="pres">
      <dgm:prSet presAssocID="{42222537-E6B1-1648-BC5F-51B851D80B3D}" presName="sibTrans" presStyleLbl="sibTrans2D1" presStyleIdx="1" presStyleCnt="3"/>
      <dgm:spPr/>
    </dgm:pt>
    <dgm:pt modelId="{6169D9B5-5EB2-E343-B750-6C918922F664}" type="pres">
      <dgm:prSet presAssocID="{42222537-E6B1-1648-BC5F-51B851D80B3D}" presName="connectorText" presStyleLbl="sibTrans2D1" presStyleIdx="1" presStyleCnt="3"/>
      <dgm:spPr/>
    </dgm:pt>
    <dgm:pt modelId="{CDA3D7D5-2F50-1446-AD85-BD650507BD4A}" type="pres">
      <dgm:prSet presAssocID="{D6868B7E-3739-D340-8458-542B4AD7D13B}" presName="node" presStyleLbl="node1" presStyleIdx="2" presStyleCnt="3">
        <dgm:presLayoutVars>
          <dgm:bulletEnabled val="1"/>
        </dgm:presLayoutVars>
      </dgm:prSet>
      <dgm:spPr/>
    </dgm:pt>
    <dgm:pt modelId="{D63F1095-8D4F-5140-B195-A71682646D53}" type="pres">
      <dgm:prSet presAssocID="{AEE76596-D650-DA46-A936-6852A7A3C825}" presName="sibTrans" presStyleLbl="sibTrans2D1" presStyleIdx="2" presStyleCnt="3"/>
      <dgm:spPr/>
    </dgm:pt>
    <dgm:pt modelId="{0A7CAA28-6EDF-7B44-B538-93219DEB7882}" type="pres">
      <dgm:prSet presAssocID="{AEE76596-D650-DA46-A936-6852A7A3C825}" presName="connectorText" presStyleLbl="sibTrans2D1" presStyleIdx="2" presStyleCnt="3"/>
      <dgm:spPr/>
    </dgm:pt>
  </dgm:ptLst>
  <dgm:cxnLst>
    <dgm:cxn modelId="{5FCF4F02-4B04-EC46-8106-56F45D9C9154}" srcId="{2F37E499-894F-D546-A0D0-530A1EC55E11}" destId="{D09C2982-4AAA-6B42-A989-B3B35AE193D5}" srcOrd="0" destOrd="0" parTransId="{7C5756BB-C874-AC4D-A5EE-466E049EC845}" sibTransId="{921C3E2E-F1EB-0A43-BDCB-E65DA0D153DA}"/>
    <dgm:cxn modelId="{AAF18C29-0A2A-C043-BC1E-13A651274232}" srcId="{2F37E499-894F-D546-A0D0-530A1EC55E11}" destId="{5A0D1BB1-F1E9-F440-9ECA-C143A225A5C1}" srcOrd="1" destOrd="0" parTransId="{FEDFA388-C43B-D041-91C0-DA329F62EF42}" sibTransId="{42222537-E6B1-1648-BC5F-51B851D80B3D}"/>
    <dgm:cxn modelId="{4989913C-9525-9E40-B286-00759E527DAA}" type="presOf" srcId="{42222537-E6B1-1648-BC5F-51B851D80B3D}" destId="{6169D9B5-5EB2-E343-B750-6C918922F664}" srcOrd="1" destOrd="0" presId="urn:microsoft.com/office/officeart/2005/8/layout/cycle7"/>
    <dgm:cxn modelId="{EBCE5D46-993C-8D48-A499-60B41AAEFEB1}" type="presOf" srcId="{921C3E2E-F1EB-0A43-BDCB-E65DA0D153DA}" destId="{049B9CF3-E7CF-5249-9D1F-CB69EDAC6D5D}" srcOrd="0" destOrd="0" presId="urn:microsoft.com/office/officeart/2005/8/layout/cycle7"/>
    <dgm:cxn modelId="{69F3AF4F-785E-7B48-8E15-73D9A6C2EE3D}" srcId="{2F37E499-894F-D546-A0D0-530A1EC55E11}" destId="{D6868B7E-3739-D340-8458-542B4AD7D13B}" srcOrd="2" destOrd="0" parTransId="{A4D095CA-71C3-3B45-A534-E197AEC8BBC1}" sibTransId="{AEE76596-D650-DA46-A936-6852A7A3C825}"/>
    <dgm:cxn modelId="{1F18FD5B-FA6E-6A47-900D-B5FB37A76BB4}" type="presOf" srcId="{AEE76596-D650-DA46-A936-6852A7A3C825}" destId="{0A7CAA28-6EDF-7B44-B538-93219DEB7882}" srcOrd="1" destOrd="0" presId="urn:microsoft.com/office/officeart/2005/8/layout/cycle7"/>
    <dgm:cxn modelId="{9D55C474-FF0E-9846-B90F-D8C1B383F592}" type="presOf" srcId="{42222537-E6B1-1648-BC5F-51B851D80B3D}" destId="{B98C568F-7685-DD4E-A679-AE755D5E8E30}" srcOrd="0" destOrd="0" presId="urn:microsoft.com/office/officeart/2005/8/layout/cycle7"/>
    <dgm:cxn modelId="{F00ADAA1-2CAD-664A-B8AB-71728D09F51A}" type="presOf" srcId="{921C3E2E-F1EB-0A43-BDCB-E65DA0D153DA}" destId="{7BDC46EB-C2F6-A645-A060-4F3B3BD76BE2}" srcOrd="1" destOrd="0" presId="urn:microsoft.com/office/officeart/2005/8/layout/cycle7"/>
    <dgm:cxn modelId="{A107DAB2-97D1-0F4B-AC8C-E9318D5023D7}" type="presOf" srcId="{D6868B7E-3739-D340-8458-542B4AD7D13B}" destId="{CDA3D7D5-2F50-1446-AD85-BD650507BD4A}" srcOrd="0" destOrd="0" presId="urn:microsoft.com/office/officeart/2005/8/layout/cycle7"/>
    <dgm:cxn modelId="{460981D3-1B6D-D54F-8F60-EA61A6803181}" type="presOf" srcId="{5A0D1BB1-F1E9-F440-9ECA-C143A225A5C1}" destId="{B41EFB70-1D97-8E47-B736-0C3736CB7ED6}" srcOrd="0" destOrd="0" presId="urn:microsoft.com/office/officeart/2005/8/layout/cycle7"/>
    <dgm:cxn modelId="{F47466EA-DEB0-6346-BB9E-BA1AB345CA8C}" type="presOf" srcId="{AEE76596-D650-DA46-A936-6852A7A3C825}" destId="{D63F1095-8D4F-5140-B195-A71682646D53}" srcOrd="0" destOrd="0" presId="urn:microsoft.com/office/officeart/2005/8/layout/cycle7"/>
    <dgm:cxn modelId="{167DC1EB-E1E9-BD4F-90A5-2B1ACFDAD30C}" type="presOf" srcId="{2F37E499-894F-D546-A0D0-530A1EC55E11}" destId="{AAD91494-63A8-FB4E-8E7A-E17740BB0CE0}" srcOrd="0" destOrd="0" presId="urn:microsoft.com/office/officeart/2005/8/layout/cycle7"/>
    <dgm:cxn modelId="{2A9DA5FB-E809-CE4A-B682-4730A0F58545}" type="presOf" srcId="{D09C2982-4AAA-6B42-A989-B3B35AE193D5}" destId="{BDF574EF-D751-AA43-87D9-BE0C02BFDB42}" srcOrd="0" destOrd="0" presId="urn:microsoft.com/office/officeart/2005/8/layout/cycle7"/>
    <dgm:cxn modelId="{4BEC59BE-B7DF-5842-B948-B16CD21D86E1}" type="presParOf" srcId="{AAD91494-63A8-FB4E-8E7A-E17740BB0CE0}" destId="{BDF574EF-D751-AA43-87D9-BE0C02BFDB42}" srcOrd="0" destOrd="0" presId="urn:microsoft.com/office/officeart/2005/8/layout/cycle7"/>
    <dgm:cxn modelId="{77942E43-F617-C440-91BB-8BF7AB0AD570}" type="presParOf" srcId="{AAD91494-63A8-FB4E-8E7A-E17740BB0CE0}" destId="{049B9CF3-E7CF-5249-9D1F-CB69EDAC6D5D}" srcOrd="1" destOrd="0" presId="urn:microsoft.com/office/officeart/2005/8/layout/cycle7"/>
    <dgm:cxn modelId="{93289052-FA84-B647-843A-EB24954BE4EF}" type="presParOf" srcId="{049B9CF3-E7CF-5249-9D1F-CB69EDAC6D5D}" destId="{7BDC46EB-C2F6-A645-A060-4F3B3BD76BE2}" srcOrd="0" destOrd="0" presId="urn:microsoft.com/office/officeart/2005/8/layout/cycle7"/>
    <dgm:cxn modelId="{02BA1483-FF26-1649-912F-EF8E9823DEE6}" type="presParOf" srcId="{AAD91494-63A8-FB4E-8E7A-E17740BB0CE0}" destId="{B41EFB70-1D97-8E47-B736-0C3736CB7ED6}" srcOrd="2" destOrd="0" presId="urn:microsoft.com/office/officeart/2005/8/layout/cycle7"/>
    <dgm:cxn modelId="{5913C1CC-2CAB-6B4E-B691-312F7B64F2E0}" type="presParOf" srcId="{AAD91494-63A8-FB4E-8E7A-E17740BB0CE0}" destId="{B98C568F-7685-DD4E-A679-AE755D5E8E30}" srcOrd="3" destOrd="0" presId="urn:microsoft.com/office/officeart/2005/8/layout/cycle7"/>
    <dgm:cxn modelId="{D1B76251-1C59-0145-BE89-6E43886472C8}" type="presParOf" srcId="{B98C568F-7685-DD4E-A679-AE755D5E8E30}" destId="{6169D9B5-5EB2-E343-B750-6C918922F664}" srcOrd="0" destOrd="0" presId="urn:microsoft.com/office/officeart/2005/8/layout/cycle7"/>
    <dgm:cxn modelId="{42AB9011-4FF1-FA4A-A447-DCCF0F10FDEF}" type="presParOf" srcId="{AAD91494-63A8-FB4E-8E7A-E17740BB0CE0}" destId="{CDA3D7D5-2F50-1446-AD85-BD650507BD4A}" srcOrd="4" destOrd="0" presId="urn:microsoft.com/office/officeart/2005/8/layout/cycle7"/>
    <dgm:cxn modelId="{F2564396-520C-5B42-8BC6-35D2081F6595}" type="presParOf" srcId="{AAD91494-63A8-FB4E-8E7A-E17740BB0CE0}" destId="{D63F1095-8D4F-5140-B195-A71682646D53}" srcOrd="5" destOrd="0" presId="urn:microsoft.com/office/officeart/2005/8/layout/cycle7"/>
    <dgm:cxn modelId="{C37231F9-E0ED-4344-9DC6-F8FA4E6CE66A}" type="presParOf" srcId="{D63F1095-8D4F-5140-B195-A71682646D53}" destId="{0A7CAA28-6EDF-7B44-B538-93219DEB7882}" srcOrd="0" destOrd="0" presId="urn:microsoft.com/office/officeart/2005/8/layout/cycle7"/>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45FFBC0-EBCE-E14C-8BB3-DD6B14F60EC4}" type="doc">
      <dgm:prSet loTypeId="urn:microsoft.com/office/officeart/2005/8/layout/pyramid1" loCatId="" qsTypeId="urn:microsoft.com/office/officeart/2005/8/quickstyle/3d2" qsCatId="3D" csTypeId="urn:microsoft.com/office/officeart/2005/8/colors/colorful1" csCatId="colorful" phldr="1"/>
      <dgm:spPr/>
    </dgm:pt>
    <dgm:pt modelId="{E36CA85B-980A-6744-86AF-4EAF139A5C82}">
      <dgm:prSet phldrT="[文本]" custT="1"/>
      <dgm:spPr>
        <a:solidFill>
          <a:schemeClr val="accent6"/>
        </a:solidFill>
      </dgm:spPr>
      <dgm:t>
        <a:bodyPr/>
        <a:lstStyle/>
        <a:p>
          <a:endParaRPr lang="en-US" altLang="zh-CN" sz="2000" dirty="0">
            <a:latin typeface="KaiTi" panose="02010609060101010101" pitchFamily="49" charset="-122"/>
            <a:ea typeface="KaiTi" panose="02010609060101010101" pitchFamily="49" charset="-122"/>
          </a:endParaRPr>
        </a:p>
        <a:p>
          <a:r>
            <a:rPr lang="zh-CN" altLang="en-US" sz="2000" dirty="0">
              <a:latin typeface="KaiTi" panose="02010609060101010101" pitchFamily="49" charset="-122"/>
              <a:ea typeface="KaiTi" panose="02010609060101010101" pitchFamily="49" charset="-122"/>
            </a:rPr>
            <a:t>模拟</a:t>
          </a:r>
          <a:endParaRPr lang="en-US" altLang="zh-CN" sz="2000" dirty="0">
            <a:latin typeface="KaiTi" panose="02010609060101010101" pitchFamily="49" charset="-122"/>
            <a:ea typeface="KaiTi" panose="02010609060101010101" pitchFamily="49" charset="-122"/>
          </a:endParaRPr>
        </a:p>
        <a:p>
          <a:r>
            <a:rPr lang="zh-CN" altLang="en-US" sz="2000" dirty="0">
              <a:latin typeface="KaiTi" panose="02010609060101010101" pitchFamily="49" charset="-122"/>
              <a:ea typeface="KaiTi" panose="02010609060101010101" pitchFamily="49" charset="-122"/>
            </a:rPr>
            <a:t>训练</a:t>
          </a:r>
        </a:p>
      </dgm:t>
    </dgm:pt>
    <dgm:pt modelId="{293C0FFA-DABE-9442-9899-547C6ACF44B2}" type="parTrans" cxnId="{B5D18857-7043-BF42-9F00-81FE8594328F}">
      <dgm:prSet/>
      <dgm:spPr/>
      <dgm:t>
        <a:bodyPr/>
        <a:lstStyle/>
        <a:p>
          <a:endParaRPr lang="zh-CN" altLang="en-US"/>
        </a:p>
      </dgm:t>
    </dgm:pt>
    <dgm:pt modelId="{44600151-7894-B34D-B72F-77446CBE488A}" type="sibTrans" cxnId="{B5D18857-7043-BF42-9F00-81FE8594328F}">
      <dgm:prSet/>
      <dgm:spPr/>
      <dgm:t>
        <a:bodyPr/>
        <a:lstStyle/>
        <a:p>
          <a:endParaRPr lang="zh-CN" altLang="en-US"/>
        </a:p>
      </dgm:t>
    </dgm:pt>
    <dgm:pt modelId="{BAFB770B-8B23-6043-9947-BD2279F5C7BF}">
      <dgm:prSet phldrT="[文本]" custT="1"/>
      <dgm:spPr/>
      <dgm:t>
        <a:bodyPr/>
        <a:lstStyle/>
        <a:p>
          <a:r>
            <a:rPr lang="zh-CN" altLang="en-US" sz="2000" dirty="0">
              <a:latin typeface="KaiTi" panose="02010609060101010101" pitchFamily="49" charset="-122"/>
              <a:ea typeface="KaiTi" panose="02010609060101010101" pitchFamily="49" charset="-122"/>
            </a:rPr>
            <a:t>数学模型</a:t>
          </a:r>
        </a:p>
      </dgm:t>
    </dgm:pt>
    <dgm:pt modelId="{6312DBF6-C993-454E-A189-97087B26BE6B}" type="parTrans" cxnId="{A1B20FA4-EEF0-BE47-8969-3F310D2FF28C}">
      <dgm:prSet/>
      <dgm:spPr/>
      <dgm:t>
        <a:bodyPr/>
        <a:lstStyle/>
        <a:p>
          <a:endParaRPr lang="zh-CN" altLang="en-US"/>
        </a:p>
      </dgm:t>
    </dgm:pt>
    <dgm:pt modelId="{69BE8ED8-2792-784D-AF24-4DCCAFAE6ADA}" type="sibTrans" cxnId="{A1B20FA4-EEF0-BE47-8969-3F310D2FF28C}">
      <dgm:prSet/>
      <dgm:spPr/>
      <dgm:t>
        <a:bodyPr/>
        <a:lstStyle/>
        <a:p>
          <a:endParaRPr lang="zh-CN" altLang="en-US"/>
        </a:p>
      </dgm:t>
    </dgm:pt>
    <dgm:pt modelId="{6B7E6892-A91F-E94F-8B4E-67DE5CC9D54B}">
      <dgm:prSet phldrT="[文本]" custT="1"/>
      <dgm:spPr>
        <a:solidFill>
          <a:srgbClr val="C00000"/>
        </a:solidFill>
      </dgm:spPr>
      <dgm:t>
        <a:bodyPr/>
        <a:lstStyle/>
        <a:p>
          <a:r>
            <a:rPr lang="zh-CN" altLang="en-US" sz="2000" dirty="0">
              <a:latin typeface="KaiTi" panose="02010609060101010101" pitchFamily="49" charset="-122"/>
              <a:ea typeface="KaiTi" panose="02010609060101010101" pitchFamily="49" charset="-122"/>
            </a:rPr>
            <a:t>底层基础算法</a:t>
          </a:r>
        </a:p>
      </dgm:t>
    </dgm:pt>
    <dgm:pt modelId="{4419542D-7EAF-C149-A239-8D34AE5230F2}" type="parTrans" cxnId="{528DF2CE-3A70-544C-8C1F-E4EF9D8EF7AB}">
      <dgm:prSet/>
      <dgm:spPr/>
      <dgm:t>
        <a:bodyPr/>
        <a:lstStyle/>
        <a:p>
          <a:endParaRPr lang="zh-CN" altLang="en-US"/>
        </a:p>
      </dgm:t>
    </dgm:pt>
    <dgm:pt modelId="{43D3C378-0A2D-3F4E-ADAB-994076DFC2A0}" type="sibTrans" cxnId="{528DF2CE-3A70-544C-8C1F-E4EF9D8EF7AB}">
      <dgm:prSet/>
      <dgm:spPr/>
      <dgm:t>
        <a:bodyPr/>
        <a:lstStyle/>
        <a:p>
          <a:endParaRPr lang="zh-CN" altLang="en-US"/>
        </a:p>
      </dgm:t>
    </dgm:pt>
    <dgm:pt modelId="{84C605CF-3B2B-6740-B9C5-C6E7039EB935}">
      <dgm:prSet phldrT="[文本]" custT="1"/>
      <dgm:spPr>
        <a:solidFill>
          <a:schemeClr val="accent5"/>
        </a:solidFill>
      </dgm:spPr>
      <dgm:t>
        <a:bodyPr/>
        <a:lstStyle/>
        <a:p>
          <a:r>
            <a:rPr lang="zh-CN" altLang="en-US" sz="2000" dirty="0">
              <a:latin typeface="KaiTi" panose="02010609060101010101" pitchFamily="49" charset="-122"/>
              <a:ea typeface="KaiTi" panose="02010609060101010101" pitchFamily="49" charset="-122"/>
            </a:rPr>
            <a:t>算法设计</a:t>
          </a:r>
        </a:p>
      </dgm:t>
    </dgm:pt>
    <dgm:pt modelId="{F7F3AB8F-523A-A345-A7BD-80FD240E87CF}" type="parTrans" cxnId="{D4E09FCF-9B9B-FE45-8890-146D4D928A67}">
      <dgm:prSet/>
      <dgm:spPr/>
      <dgm:t>
        <a:bodyPr/>
        <a:lstStyle/>
        <a:p>
          <a:endParaRPr lang="zh-CN" altLang="en-US"/>
        </a:p>
      </dgm:t>
    </dgm:pt>
    <dgm:pt modelId="{ED7B7C94-916B-0744-A003-A0F7F0CCB04A}" type="sibTrans" cxnId="{D4E09FCF-9B9B-FE45-8890-146D4D928A67}">
      <dgm:prSet/>
      <dgm:spPr/>
      <dgm:t>
        <a:bodyPr/>
        <a:lstStyle/>
        <a:p>
          <a:endParaRPr lang="zh-CN" altLang="en-US"/>
        </a:p>
      </dgm:t>
    </dgm:pt>
    <dgm:pt modelId="{453CE4C9-FC1F-814E-B63B-3EE9990D1CF7}" type="pres">
      <dgm:prSet presAssocID="{A45FFBC0-EBCE-E14C-8BB3-DD6B14F60EC4}" presName="Name0" presStyleCnt="0">
        <dgm:presLayoutVars>
          <dgm:dir/>
          <dgm:animLvl val="lvl"/>
          <dgm:resizeHandles val="exact"/>
        </dgm:presLayoutVars>
      </dgm:prSet>
      <dgm:spPr/>
    </dgm:pt>
    <dgm:pt modelId="{0073976A-F6F1-1043-8331-718C4513B8E3}" type="pres">
      <dgm:prSet presAssocID="{E36CA85B-980A-6744-86AF-4EAF139A5C82}" presName="Name8" presStyleCnt="0"/>
      <dgm:spPr/>
    </dgm:pt>
    <dgm:pt modelId="{7DC7021F-FA69-E94E-9BD1-770AE559F435}" type="pres">
      <dgm:prSet presAssocID="{E36CA85B-980A-6744-86AF-4EAF139A5C82}" presName="level" presStyleLbl="node1" presStyleIdx="0" presStyleCnt="4" custScaleY="168738">
        <dgm:presLayoutVars>
          <dgm:chMax val="1"/>
          <dgm:bulletEnabled val="1"/>
        </dgm:presLayoutVars>
      </dgm:prSet>
      <dgm:spPr/>
    </dgm:pt>
    <dgm:pt modelId="{6FA145CE-169A-FA49-BC9F-89A58B4518DF}" type="pres">
      <dgm:prSet presAssocID="{E36CA85B-980A-6744-86AF-4EAF139A5C82}" presName="levelTx" presStyleLbl="revTx" presStyleIdx="0" presStyleCnt="0">
        <dgm:presLayoutVars>
          <dgm:chMax val="1"/>
          <dgm:bulletEnabled val="1"/>
        </dgm:presLayoutVars>
      </dgm:prSet>
      <dgm:spPr/>
    </dgm:pt>
    <dgm:pt modelId="{CAB6C4CF-792C-0D45-8DA6-A3C715AC4788}" type="pres">
      <dgm:prSet presAssocID="{84C605CF-3B2B-6740-B9C5-C6E7039EB935}" presName="Name8" presStyleCnt="0"/>
      <dgm:spPr/>
    </dgm:pt>
    <dgm:pt modelId="{6BB25BFB-88FA-0A4A-9E38-10CDE7834C34}" type="pres">
      <dgm:prSet presAssocID="{84C605CF-3B2B-6740-B9C5-C6E7039EB935}" presName="level" presStyleLbl="node1" presStyleIdx="1" presStyleCnt="4">
        <dgm:presLayoutVars>
          <dgm:chMax val="1"/>
          <dgm:bulletEnabled val="1"/>
        </dgm:presLayoutVars>
      </dgm:prSet>
      <dgm:spPr/>
    </dgm:pt>
    <dgm:pt modelId="{7F213455-8409-8F41-AA67-97BFE5D933E7}" type="pres">
      <dgm:prSet presAssocID="{84C605CF-3B2B-6740-B9C5-C6E7039EB935}" presName="levelTx" presStyleLbl="revTx" presStyleIdx="0" presStyleCnt="0">
        <dgm:presLayoutVars>
          <dgm:chMax val="1"/>
          <dgm:bulletEnabled val="1"/>
        </dgm:presLayoutVars>
      </dgm:prSet>
      <dgm:spPr/>
    </dgm:pt>
    <dgm:pt modelId="{C214D6D7-5A7C-C047-A4C1-02445DAA71F4}" type="pres">
      <dgm:prSet presAssocID="{BAFB770B-8B23-6043-9947-BD2279F5C7BF}" presName="Name8" presStyleCnt="0"/>
      <dgm:spPr/>
    </dgm:pt>
    <dgm:pt modelId="{F7830525-9817-114E-892B-30D272A250AD}" type="pres">
      <dgm:prSet presAssocID="{BAFB770B-8B23-6043-9947-BD2279F5C7BF}" presName="level" presStyleLbl="node1" presStyleIdx="2" presStyleCnt="4">
        <dgm:presLayoutVars>
          <dgm:chMax val="1"/>
          <dgm:bulletEnabled val="1"/>
        </dgm:presLayoutVars>
      </dgm:prSet>
      <dgm:spPr/>
    </dgm:pt>
    <dgm:pt modelId="{8502EE23-E4F6-7F4A-8C9D-9D4B216448E4}" type="pres">
      <dgm:prSet presAssocID="{BAFB770B-8B23-6043-9947-BD2279F5C7BF}" presName="levelTx" presStyleLbl="revTx" presStyleIdx="0" presStyleCnt="0">
        <dgm:presLayoutVars>
          <dgm:chMax val="1"/>
          <dgm:bulletEnabled val="1"/>
        </dgm:presLayoutVars>
      </dgm:prSet>
      <dgm:spPr/>
    </dgm:pt>
    <dgm:pt modelId="{CE1A41E9-C068-4449-9FDA-01AF0A2AC560}" type="pres">
      <dgm:prSet presAssocID="{6B7E6892-A91F-E94F-8B4E-67DE5CC9D54B}" presName="Name8" presStyleCnt="0"/>
      <dgm:spPr/>
    </dgm:pt>
    <dgm:pt modelId="{9AB16547-86F7-4243-AF56-2CC4BF49295B}" type="pres">
      <dgm:prSet presAssocID="{6B7E6892-A91F-E94F-8B4E-67DE5CC9D54B}" presName="level" presStyleLbl="node1" presStyleIdx="3" presStyleCnt="4" custLinFactNeighborX="-100" custLinFactNeighborY="22414">
        <dgm:presLayoutVars>
          <dgm:chMax val="1"/>
          <dgm:bulletEnabled val="1"/>
        </dgm:presLayoutVars>
      </dgm:prSet>
      <dgm:spPr/>
    </dgm:pt>
    <dgm:pt modelId="{704ED9DB-EC1B-4743-B4D4-01D1B73438ED}" type="pres">
      <dgm:prSet presAssocID="{6B7E6892-A91F-E94F-8B4E-67DE5CC9D54B}" presName="levelTx" presStyleLbl="revTx" presStyleIdx="0" presStyleCnt="0">
        <dgm:presLayoutVars>
          <dgm:chMax val="1"/>
          <dgm:bulletEnabled val="1"/>
        </dgm:presLayoutVars>
      </dgm:prSet>
      <dgm:spPr/>
    </dgm:pt>
  </dgm:ptLst>
  <dgm:cxnLst>
    <dgm:cxn modelId="{BBC33B02-163F-6D41-988E-55C9C683EC45}" type="presOf" srcId="{84C605CF-3B2B-6740-B9C5-C6E7039EB935}" destId="{7F213455-8409-8F41-AA67-97BFE5D933E7}" srcOrd="1" destOrd="0" presId="urn:microsoft.com/office/officeart/2005/8/layout/pyramid1"/>
    <dgm:cxn modelId="{206DC610-7929-3E47-9AE3-D206EFD2BC23}" type="presOf" srcId="{6B7E6892-A91F-E94F-8B4E-67DE5CC9D54B}" destId="{9AB16547-86F7-4243-AF56-2CC4BF49295B}" srcOrd="0" destOrd="0" presId="urn:microsoft.com/office/officeart/2005/8/layout/pyramid1"/>
    <dgm:cxn modelId="{943FBB14-2D86-5545-8208-65699EBAE242}" type="presOf" srcId="{A45FFBC0-EBCE-E14C-8BB3-DD6B14F60EC4}" destId="{453CE4C9-FC1F-814E-B63B-3EE9990D1CF7}" srcOrd="0" destOrd="0" presId="urn:microsoft.com/office/officeart/2005/8/layout/pyramid1"/>
    <dgm:cxn modelId="{B5D18857-7043-BF42-9F00-81FE8594328F}" srcId="{A45FFBC0-EBCE-E14C-8BB3-DD6B14F60EC4}" destId="{E36CA85B-980A-6744-86AF-4EAF139A5C82}" srcOrd="0" destOrd="0" parTransId="{293C0FFA-DABE-9442-9899-547C6ACF44B2}" sibTransId="{44600151-7894-B34D-B72F-77446CBE488A}"/>
    <dgm:cxn modelId="{C24BE18A-84B6-974F-9206-6790CB8A1C78}" type="presOf" srcId="{BAFB770B-8B23-6043-9947-BD2279F5C7BF}" destId="{8502EE23-E4F6-7F4A-8C9D-9D4B216448E4}" srcOrd="1" destOrd="0" presId="urn:microsoft.com/office/officeart/2005/8/layout/pyramid1"/>
    <dgm:cxn modelId="{4FB51B90-92E1-6B4E-AE64-8E64685A92C5}" type="presOf" srcId="{E36CA85B-980A-6744-86AF-4EAF139A5C82}" destId="{6FA145CE-169A-FA49-BC9F-89A58B4518DF}" srcOrd="1" destOrd="0" presId="urn:microsoft.com/office/officeart/2005/8/layout/pyramid1"/>
    <dgm:cxn modelId="{A17C8091-B5CB-EB41-ACA2-E28A4D2AE3EA}" type="presOf" srcId="{E36CA85B-980A-6744-86AF-4EAF139A5C82}" destId="{7DC7021F-FA69-E94E-9BD1-770AE559F435}" srcOrd="0" destOrd="0" presId="urn:microsoft.com/office/officeart/2005/8/layout/pyramid1"/>
    <dgm:cxn modelId="{A1B20FA4-EEF0-BE47-8969-3F310D2FF28C}" srcId="{A45FFBC0-EBCE-E14C-8BB3-DD6B14F60EC4}" destId="{BAFB770B-8B23-6043-9947-BD2279F5C7BF}" srcOrd="2" destOrd="0" parTransId="{6312DBF6-C993-454E-A189-97087B26BE6B}" sibTransId="{69BE8ED8-2792-784D-AF24-4DCCAFAE6ADA}"/>
    <dgm:cxn modelId="{009D6AB5-8824-5C49-9A22-1CB7BCBDE4EF}" type="presOf" srcId="{84C605CF-3B2B-6740-B9C5-C6E7039EB935}" destId="{6BB25BFB-88FA-0A4A-9E38-10CDE7834C34}" srcOrd="0" destOrd="0" presId="urn:microsoft.com/office/officeart/2005/8/layout/pyramid1"/>
    <dgm:cxn modelId="{8EBCEEC9-672F-814F-9DAD-46CC38A0EBD2}" type="presOf" srcId="{6B7E6892-A91F-E94F-8B4E-67DE5CC9D54B}" destId="{704ED9DB-EC1B-4743-B4D4-01D1B73438ED}" srcOrd="1" destOrd="0" presId="urn:microsoft.com/office/officeart/2005/8/layout/pyramid1"/>
    <dgm:cxn modelId="{528DF2CE-3A70-544C-8C1F-E4EF9D8EF7AB}" srcId="{A45FFBC0-EBCE-E14C-8BB3-DD6B14F60EC4}" destId="{6B7E6892-A91F-E94F-8B4E-67DE5CC9D54B}" srcOrd="3" destOrd="0" parTransId="{4419542D-7EAF-C149-A239-8D34AE5230F2}" sibTransId="{43D3C378-0A2D-3F4E-ADAB-994076DFC2A0}"/>
    <dgm:cxn modelId="{D4E09FCF-9B9B-FE45-8890-146D4D928A67}" srcId="{A45FFBC0-EBCE-E14C-8BB3-DD6B14F60EC4}" destId="{84C605CF-3B2B-6740-B9C5-C6E7039EB935}" srcOrd="1" destOrd="0" parTransId="{F7F3AB8F-523A-A345-A7BD-80FD240E87CF}" sibTransId="{ED7B7C94-916B-0744-A003-A0F7F0CCB04A}"/>
    <dgm:cxn modelId="{7ABB9DFC-4CBF-4642-B0B1-CFD7D8614BB9}" type="presOf" srcId="{BAFB770B-8B23-6043-9947-BD2279F5C7BF}" destId="{F7830525-9817-114E-892B-30D272A250AD}" srcOrd="0" destOrd="0" presId="urn:microsoft.com/office/officeart/2005/8/layout/pyramid1"/>
    <dgm:cxn modelId="{38D5C5E7-E22A-6C4A-B9B1-370B4EF313B3}" type="presParOf" srcId="{453CE4C9-FC1F-814E-B63B-3EE9990D1CF7}" destId="{0073976A-F6F1-1043-8331-718C4513B8E3}" srcOrd="0" destOrd="0" presId="urn:microsoft.com/office/officeart/2005/8/layout/pyramid1"/>
    <dgm:cxn modelId="{789A9684-4176-3847-BDED-2E68D51ECBA6}" type="presParOf" srcId="{0073976A-F6F1-1043-8331-718C4513B8E3}" destId="{7DC7021F-FA69-E94E-9BD1-770AE559F435}" srcOrd="0" destOrd="0" presId="urn:microsoft.com/office/officeart/2005/8/layout/pyramid1"/>
    <dgm:cxn modelId="{BCDE7C0C-6148-9A44-988C-758C981CEF8D}" type="presParOf" srcId="{0073976A-F6F1-1043-8331-718C4513B8E3}" destId="{6FA145CE-169A-FA49-BC9F-89A58B4518DF}" srcOrd="1" destOrd="0" presId="urn:microsoft.com/office/officeart/2005/8/layout/pyramid1"/>
    <dgm:cxn modelId="{A6E00B69-F4BE-8344-AB09-3042631BC319}" type="presParOf" srcId="{453CE4C9-FC1F-814E-B63B-3EE9990D1CF7}" destId="{CAB6C4CF-792C-0D45-8DA6-A3C715AC4788}" srcOrd="1" destOrd="0" presId="urn:microsoft.com/office/officeart/2005/8/layout/pyramid1"/>
    <dgm:cxn modelId="{A9EAF988-2335-BB49-A824-FA7CC8CF9F0D}" type="presParOf" srcId="{CAB6C4CF-792C-0D45-8DA6-A3C715AC4788}" destId="{6BB25BFB-88FA-0A4A-9E38-10CDE7834C34}" srcOrd="0" destOrd="0" presId="urn:microsoft.com/office/officeart/2005/8/layout/pyramid1"/>
    <dgm:cxn modelId="{772E03C6-90D0-F742-B23B-6B18D1E76CE2}" type="presParOf" srcId="{CAB6C4CF-792C-0D45-8DA6-A3C715AC4788}" destId="{7F213455-8409-8F41-AA67-97BFE5D933E7}" srcOrd="1" destOrd="0" presId="urn:microsoft.com/office/officeart/2005/8/layout/pyramid1"/>
    <dgm:cxn modelId="{3359DB1D-BE15-2142-85C4-47E7DA457117}" type="presParOf" srcId="{453CE4C9-FC1F-814E-B63B-3EE9990D1CF7}" destId="{C214D6D7-5A7C-C047-A4C1-02445DAA71F4}" srcOrd="2" destOrd="0" presId="urn:microsoft.com/office/officeart/2005/8/layout/pyramid1"/>
    <dgm:cxn modelId="{78C86011-87E2-8C47-9B5D-03E3920D04CA}" type="presParOf" srcId="{C214D6D7-5A7C-C047-A4C1-02445DAA71F4}" destId="{F7830525-9817-114E-892B-30D272A250AD}" srcOrd="0" destOrd="0" presId="urn:microsoft.com/office/officeart/2005/8/layout/pyramid1"/>
    <dgm:cxn modelId="{60B2E354-C493-B643-8D0D-C81E00E05A9E}" type="presParOf" srcId="{C214D6D7-5A7C-C047-A4C1-02445DAA71F4}" destId="{8502EE23-E4F6-7F4A-8C9D-9D4B216448E4}" srcOrd="1" destOrd="0" presId="urn:microsoft.com/office/officeart/2005/8/layout/pyramid1"/>
    <dgm:cxn modelId="{9B1ABA02-D8A5-0C4F-8338-C13D61626066}" type="presParOf" srcId="{453CE4C9-FC1F-814E-B63B-3EE9990D1CF7}" destId="{CE1A41E9-C068-4449-9FDA-01AF0A2AC560}" srcOrd="3" destOrd="0" presId="urn:microsoft.com/office/officeart/2005/8/layout/pyramid1"/>
    <dgm:cxn modelId="{1F7C6637-D80B-D244-AF5D-7E55B1FAFDB7}" type="presParOf" srcId="{CE1A41E9-C068-4449-9FDA-01AF0A2AC560}" destId="{9AB16547-86F7-4243-AF56-2CC4BF49295B}" srcOrd="0" destOrd="0" presId="urn:microsoft.com/office/officeart/2005/8/layout/pyramid1"/>
    <dgm:cxn modelId="{9DBCD49A-F7F9-4B48-8ED4-20A9E4981734}" type="presParOf" srcId="{CE1A41E9-C068-4449-9FDA-01AF0A2AC560}" destId="{704ED9DB-EC1B-4743-B4D4-01D1B73438ED}" srcOrd="1" destOrd="0" presId="urn:microsoft.com/office/officeart/2005/8/layout/pyramid1"/>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67E2D40-A6E1-FB40-9F08-E06B90A2D639}" type="doc">
      <dgm:prSet loTypeId="urn:microsoft.com/office/officeart/2005/8/layout/arrow3" loCatId="" qsTypeId="urn:microsoft.com/office/officeart/2005/8/quickstyle/simple1" qsCatId="simple" csTypeId="urn:microsoft.com/office/officeart/2005/8/colors/colorful3" csCatId="colorful" phldr="1"/>
      <dgm:spPr/>
      <dgm:t>
        <a:bodyPr/>
        <a:lstStyle/>
        <a:p>
          <a:endParaRPr lang="zh-CN" altLang="en-US"/>
        </a:p>
      </dgm:t>
    </dgm:pt>
    <dgm:pt modelId="{A964A331-36AC-6347-9326-8607865BD65A}">
      <dgm:prSet phldrT="[文本]" custT="1"/>
      <dgm:spPr/>
      <dgm:t>
        <a:bodyPr/>
        <a:lstStyle/>
        <a:p>
          <a:r>
            <a:rPr lang="zh-CN" altLang="en-US" sz="2800" b="1" dirty="0">
              <a:solidFill>
                <a:srgbClr val="00B050"/>
              </a:solidFill>
              <a:latin typeface="KaiTi" panose="02010609060101010101" pitchFamily="49" charset="-122"/>
              <a:ea typeface="KaiTi" panose="02010609060101010101" pitchFamily="49" charset="-122"/>
            </a:rPr>
            <a:t>一味盲从</a:t>
          </a:r>
        </a:p>
      </dgm:t>
    </dgm:pt>
    <dgm:pt modelId="{76F63F43-1400-F545-9999-D02368E60141}" type="parTrans" cxnId="{41AD76B6-B35F-A44B-B10E-D488517FBA03}">
      <dgm:prSet/>
      <dgm:spPr/>
      <dgm:t>
        <a:bodyPr/>
        <a:lstStyle/>
        <a:p>
          <a:endParaRPr lang="zh-CN" altLang="en-US"/>
        </a:p>
      </dgm:t>
    </dgm:pt>
    <dgm:pt modelId="{3E0093C5-79FA-A247-9BC1-16D2A2A9B762}" type="sibTrans" cxnId="{41AD76B6-B35F-A44B-B10E-D488517FBA03}">
      <dgm:prSet/>
      <dgm:spPr/>
      <dgm:t>
        <a:bodyPr/>
        <a:lstStyle/>
        <a:p>
          <a:endParaRPr lang="zh-CN" altLang="en-US"/>
        </a:p>
      </dgm:t>
    </dgm:pt>
    <dgm:pt modelId="{EDB3B8FC-8E06-B24E-AA6E-D6F1413F8BE0}">
      <dgm:prSet phldrT="[文本]" custT="1"/>
      <dgm:spPr/>
      <dgm:t>
        <a:bodyPr/>
        <a:lstStyle/>
        <a:p>
          <a:r>
            <a:rPr lang="zh-CN" altLang="en-US" sz="2800" b="1" dirty="0">
              <a:solidFill>
                <a:srgbClr val="C00000"/>
              </a:solidFill>
              <a:latin typeface="KaiTi" panose="02010609060101010101" pitchFamily="49" charset="-122"/>
              <a:ea typeface="KaiTi" panose="02010609060101010101" pitchFamily="49" charset="-122"/>
            </a:rPr>
            <a:t>一味抵制</a:t>
          </a:r>
        </a:p>
      </dgm:t>
    </dgm:pt>
    <dgm:pt modelId="{3027E037-B733-9840-84F7-1B2093D8E729}" type="parTrans" cxnId="{B389755A-BE5B-BE4D-B3A3-AF3DF5B68B65}">
      <dgm:prSet/>
      <dgm:spPr/>
      <dgm:t>
        <a:bodyPr/>
        <a:lstStyle/>
        <a:p>
          <a:endParaRPr lang="zh-CN" altLang="en-US"/>
        </a:p>
      </dgm:t>
    </dgm:pt>
    <dgm:pt modelId="{A2928E3F-1B4D-C74C-8EFC-AEF6455107D5}" type="sibTrans" cxnId="{B389755A-BE5B-BE4D-B3A3-AF3DF5B68B65}">
      <dgm:prSet/>
      <dgm:spPr/>
      <dgm:t>
        <a:bodyPr/>
        <a:lstStyle/>
        <a:p>
          <a:endParaRPr lang="zh-CN" altLang="en-US"/>
        </a:p>
      </dgm:t>
    </dgm:pt>
    <dgm:pt modelId="{17344E21-5E4E-F543-A460-41D786CEF75B}" type="pres">
      <dgm:prSet presAssocID="{167E2D40-A6E1-FB40-9F08-E06B90A2D639}" presName="compositeShape" presStyleCnt="0">
        <dgm:presLayoutVars>
          <dgm:chMax val="2"/>
          <dgm:dir/>
          <dgm:resizeHandles val="exact"/>
        </dgm:presLayoutVars>
      </dgm:prSet>
      <dgm:spPr/>
    </dgm:pt>
    <dgm:pt modelId="{1527CE5F-4F8B-7943-B02A-22BCB98DDCBD}" type="pres">
      <dgm:prSet presAssocID="{167E2D40-A6E1-FB40-9F08-E06B90A2D639}" presName="divider" presStyleLbl="fgShp" presStyleIdx="0" presStyleCnt="1" custScaleY="114397" custLinFactNeighborY="29285"/>
      <dgm:spPr>
        <a:solidFill>
          <a:srgbClr val="00B0F0"/>
        </a:solidFill>
      </dgm:spPr>
    </dgm:pt>
    <dgm:pt modelId="{B16CBD94-CABA-3840-808F-7B01C9B3AABA}" type="pres">
      <dgm:prSet presAssocID="{A964A331-36AC-6347-9326-8607865BD65A}" presName="downArrow" presStyleLbl="node1" presStyleIdx="0" presStyleCnt="2" custScaleX="23317" custLinFactNeighborX="-37453" custLinFactNeighborY="45936"/>
      <dgm:spPr>
        <a:solidFill>
          <a:srgbClr val="C00000"/>
        </a:solidFill>
      </dgm:spPr>
    </dgm:pt>
    <dgm:pt modelId="{85C8DE9B-5EF6-5143-8602-9BE9F63E08F6}" type="pres">
      <dgm:prSet presAssocID="{A964A331-36AC-6347-9326-8607865BD65A}" presName="downArrowText" presStyleLbl="revTx" presStyleIdx="0" presStyleCnt="2" custLinFactNeighborX="45837" custLinFactNeighborY="24921">
        <dgm:presLayoutVars>
          <dgm:bulletEnabled val="1"/>
        </dgm:presLayoutVars>
      </dgm:prSet>
      <dgm:spPr/>
    </dgm:pt>
    <dgm:pt modelId="{44E372AE-C5C5-B740-8FE6-05FD907DF7AC}" type="pres">
      <dgm:prSet presAssocID="{EDB3B8FC-8E06-B24E-AA6E-D6F1413F8BE0}" presName="upArrow" presStyleLbl="node1" presStyleIdx="1" presStyleCnt="2" custScaleX="20557" custLinFactNeighborX="35848" custLinFactNeighborY="-962"/>
      <dgm:spPr>
        <a:solidFill>
          <a:srgbClr val="00B050"/>
        </a:solidFill>
      </dgm:spPr>
    </dgm:pt>
    <dgm:pt modelId="{243712F1-E236-8E4E-9417-C01ACF2EFE97}" type="pres">
      <dgm:prSet presAssocID="{EDB3B8FC-8E06-B24E-AA6E-D6F1413F8BE0}" presName="upArrowText" presStyleLbl="revTx" presStyleIdx="1" presStyleCnt="2" custLinFactNeighborX="-74463" custLinFactNeighborY="5494">
        <dgm:presLayoutVars>
          <dgm:bulletEnabled val="1"/>
        </dgm:presLayoutVars>
      </dgm:prSet>
      <dgm:spPr/>
    </dgm:pt>
  </dgm:ptLst>
  <dgm:cxnLst>
    <dgm:cxn modelId="{EBF55A25-7C47-5541-9E99-DC1D6D44B9AB}" type="presOf" srcId="{EDB3B8FC-8E06-B24E-AA6E-D6F1413F8BE0}" destId="{243712F1-E236-8E4E-9417-C01ACF2EFE97}" srcOrd="0" destOrd="0" presId="urn:microsoft.com/office/officeart/2005/8/layout/arrow3"/>
    <dgm:cxn modelId="{B389755A-BE5B-BE4D-B3A3-AF3DF5B68B65}" srcId="{167E2D40-A6E1-FB40-9F08-E06B90A2D639}" destId="{EDB3B8FC-8E06-B24E-AA6E-D6F1413F8BE0}" srcOrd="1" destOrd="0" parTransId="{3027E037-B733-9840-84F7-1B2093D8E729}" sibTransId="{A2928E3F-1B4D-C74C-8EFC-AEF6455107D5}"/>
    <dgm:cxn modelId="{0478685F-FB1E-2D41-8F41-14131B5F7682}" type="presOf" srcId="{167E2D40-A6E1-FB40-9F08-E06B90A2D639}" destId="{17344E21-5E4E-F543-A460-41D786CEF75B}" srcOrd="0" destOrd="0" presId="urn:microsoft.com/office/officeart/2005/8/layout/arrow3"/>
    <dgm:cxn modelId="{7A649693-4AC8-7543-8265-D36DBD5772D6}" type="presOf" srcId="{A964A331-36AC-6347-9326-8607865BD65A}" destId="{85C8DE9B-5EF6-5143-8602-9BE9F63E08F6}" srcOrd="0" destOrd="0" presId="urn:microsoft.com/office/officeart/2005/8/layout/arrow3"/>
    <dgm:cxn modelId="{41AD76B6-B35F-A44B-B10E-D488517FBA03}" srcId="{167E2D40-A6E1-FB40-9F08-E06B90A2D639}" destId="{A964A331-36AC-6347-9326-8607865BD65A}" srcOrd="0" destOrd="0" parTransId="{76F63F43-1400-F545-9999-D02368E60141}" sibTransId="{3E0093C5-79FA-A247-9BC1-16D2A2A9B762}"/>
    <dgm:cxn modelId="{4D068626-31EF-9B4D-BA08-0C621BEF4775}" type="presParOf" srcId="{17344E21-5E4E-F543-A460-41D786CEF75B}" destId="{1527CE5F-4F8B-7943-B02A-22BCB98DDCBD}" srcOrd="0" destOrd="0" presId="urn:microsoft.com/office/officeart/2005/8/layout/arrow3"/>
    <dgm:cxn modelId="{03F934EB-C842-704D-882E-E7FEDE2A298A}" type="presParOf" srcId="{17344E21-5E4E-F543-A460-41D786CEF75B}" destId="{B16CBD94-CABA-3840-808F-7B01C9B3AABA}" srcOrd="1" destOrd="0" presId="urn:microsoft.com/office/officeart/2005/8/layout/arrow3"/>
    <dgm:cxn modelId="{A60921E3-FFEF-AD48-9011-22D44312E5DF}" type="presParOf" srcId="{17344E21-5E4E-F543-A460-41D786CEF75B}" destId="{85C8DE9B-5EF6-5143-8602-9BE9F63E08F6}" srcOrd="2" destOrd="0" presId="urn:microsoft.com/office/officeart/2005/8/layout/arrow3"/>
    <dgm:cxn modelId="{F38285D7-5D73-A24C-BABE-9A68C840A250}" type="presParOf" srcId="{17344E21-5E4E-F543-A460-41D786CEF75B}" destId="{44E372AE-C5C5-B740-8FE6-05FD907DF7AC}" srcOrd="3" destOrd="0" presId="urn:microsoft.com/office/officeart/2005/8/layout/arrow3"/>
    <dgm:cxn modelId="{B6205C29-8716-3745-8234-877272DBCAE6}" type="presParOf" srcId="{17344E21-5E4E-F543-A460-41D786CEF75B}" destId="{243712F1-E236-8E4E-9417-C01ACF2EFE97}" srcOrd="4" destOrd="0" presId="urn:microsoft.com/office/officeart/2005/8/layout/arrow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4AF88434-D786-CD40-8199-E28A6BC8A84E}" type="doc">
      <dgm:prSet loTypeId="urn:microsoft.com/office/officeart/2005/8/layout/radial1" loCatId="" qsTypeId="urn:microsoft.com/office/officeart/2005/8/quickstyle/simple1" qsCatId="simple" csTypeId="urn:microsoft.com/office/officeart/2005/8/colors/accent1_2" csCatId="accent1" phldr="1"/>
      <dgm:spPr/>
      <dgm:t>
        <a:bodyPr/>
        <a:lstStyle/>
        <a:p>
          <a:endParaRPr lang="zh-CN" altLang="en-US"/>
        </a:p>
      </dgm:t>
    </dgm:pt>
    <dgm:pt modelId="{B041CBB5-A77D-574F-B44C-8178F973C79D}">
      <dgm:prSet phldrT="[文本]" custT="1"/>
      <dgm:spPr>
        <a:blipFill rotWithShape="0">
          <a:blip xmlns:r="http://schemas.openxmlformats.org/officeDocument/2006/relationships" r:embed="rId1"/>
          <a:stretch>
            <a:fillRect/>
          </a:stretch>
        </a:blipFill>
      </dgm:spPr>
      <dgm:t>
        <a:bodyPr/>
        <a:lstStyle/>
        <a:p>
          <a:r>
            <a:rPr lang="en-US" altLang="zh-CN" sz="3200" dirty="0">
              <a:solidFill>
                <a:srgbClr val="0000FF"/>
              </a:solidFill>
            </a:rPr>
            <a:t>AI</a:t>
          </a:r>
          <a:endParaRPr lang="zh-CN" altLang="en-US" sz="3200" dirty="0">
            <a:solidFill>
              <a:srgbClr val="0000FF"/>
            </a:solidFill>
          </a:endParaRPr>
        </a:p>
      </dgm:t>
    </dgm:pt>
    <dgm:pt modelId="{6FF1D750-FCBE-294D-9302-8DCB6A036104}" type="parTrans" cxnId="{F5E97BC3-AC74-C24D-B872-C9700EFEB0E7}">
      <dgm:prSet/>
      <dgm:spPr/>
      <dgm:t>
        <a:bodyPr/>
        <a:lstStyle/>
        <a:p>
          <a:endParaRPr lang="zh-CN" altLang="en-US"/>
        </a:p>
      </dgm:t>
    </dgm:pt>
    <dgm:pt modelId="{A59DE7A3-E0AE-E849-8656-90658199EC14}" type="sibTrans" cxnId="{F5E97BC3-AC74-C24D-B872-C9700EFEB0E7}">
      <dgm:prSet/>
      <dgm:spPr/>
      <dgm:t>
        <a:bodyPr/>
        <a:lstStyle/>
        <a:p>
          <a:endParaRPr lang="zh-CN" altLang="en-US"/>
        </a:p>
      </dgm:t>
    </dgm:pt>
    <dgm:pt modelId="{1738DEEE-84E6-214A-83BE-AC9E9A8B47EA}">
      <dgm:prSet phldrT="[文本]"/>
      <dgm:spPr/>
      <dgm:t>
        <a:bodyPr/>
        <a:lstStyle/>
        <a:p>
          <a:r>
            <a:rPr lang="zh-CN" altLang="en-US" dirty="0"/>
            <a:t>工业</a:t>
          </a:r>
        </a:p>
      </dgm:t>
    </dgm:pt>
    <dgm:pt modelId="{EAF8258E-3F1F-D940-B148-17B625914179}" type="parTrans" cxnId="{8DCB3DB6-8C32-6A4F-B9E1-E47093EFBB8B}">
      <dgm:prSet/>
      <dgm:spPr/>
      <dgm:t>
        <a:bodyPr/>
        <a:lstStyle/>
        <a:p>
          <a:endParaRPr lang="zh-CN" altLang="en-US"/>
        </a:p>
      </dgm:t>
    </dgm:pt>
    <dgm:pt modelId="{BBF49B2E-AA15-554F-85C5-658226C45B55}" type="sibTrans" cxnId="{8DCB3DB6-8C32-6A4F-B9E1-E47093EFBB8B}">
      <dgm:prSet/>
      <dgm:spPr/>
      <dgm:t>
        <a:bodyPr/>
        <a:lstStyle/>
        <a:p>
          <a:endParaRPr lang="zh-CN" altLang="en-US"/>
        </a:p>
      </dgm:t>
    </dgm:pt>
    <dgm:pt modelId="{7C88663C-85B1-0C4C-9E29-497B549AF41A}">
      <dgm:prSet phldrT="[文本]"/>
      <dgm:spPr/>
      <dgm:t>
        <a:bodyPr/>
        <a:lstStyle/>
        <a:p>
          <a:r>
            <a:rPr lang="zh-CN" altLang="en-US" dirty="0"/>
            <a:t>医疗</a:t>
          </a:r>
        </a:p>
      </dgm:t>
    </dgm:pt>
    <dgm:pt modelId="{9F2966D1-851C-CF49-B446-C889A12BC46A}" type="parTrans" cxnId="{46C309C1-167D-9249-834E-AC7D8DE2D64B}">
      <dgm:prSet/>
      <dgm:spPr/>
      <dgm:t>
        <a:bodyPr/>
        <a:lstStyle/>
        <a:p>
          <a:endParaRPr lang="zh-CN" altLang="en-US"/>
        </a:p>
      </dgm:t>
    </dgm:pt>
    <dgm:pt modelId="{2971B969-C09B-5443-861D-729A45AEDFC8}" type="sibTrans" cxnId="{46C309C1-167D-9249-834E-AC7D8DE2D64B}">
      <dgm:prSet/>
      <dgm:spPr/>
      <dgm:t>
        <a:bodyPr/>
        <a:lstStyle/>
        <a:p>
          <a:endParaRPr lang="zh-CN" altLang="en-US"/>
        </a:p>
      </dgm:t>
    </dgm:pt>
    <dgm:pt modelId="{164A9E9A-C167-8B49-BF49-5C9403CEB63B}">
      <dgm:prSet phldrT="[文本]"/>
      <dgm:spPr/>
      <dgm:t>
        <a:bodyPr/>
        <a:lstStyle/>
        <a:p>
          <a:r>
            <a:rPr lang="zh-CN" altLang="en-US" dirty="0"/>
            <a:t>翻译</a:t>
          </a:r>
        </a:p>
      </dgm:t>
    </dgm:pt>
    <dgm:pt modelId="{5545D28D-CDE2-9548-8A9C-0812A0F2866D}" type="parTrans" cxnId="{3396354E-5718-F440-8945-774D294A8AF5}">
      <dgm:prSet/>
      <dgm:spPr/>
      <dgm:t>
        <a:bodyPr/>
        <a:lstStyle/>
        <a:p>
          <a:endParaRPr lang="zh-CN" altLang="en-US"/>
        </a:p>
      </dgm:t>
    </dgm:pt>
    <dgm:pt modelId="{24FD9D73-1E57-6548-A0CA-0CFEDF1905B6}" type="sibTrans" cxnId="{3396354E-5718-F440-8945-774D294A8AF5}">
      <dgm:prSet/>
      <dgm:spPr/>
      <dgm:t>
        <a:bodyPr/>
        <a:lstStyle/>
        <a:p>
          <a:endParaRPr lang="zh-CN" altLang="en-US"/>
        </a:p>
      </dgm:t>
    </dgm:pt>
    <dgm:pt modelId="{8B59EB4E-1D02-EA4B-98C1-827FFE65CE2B}">
      <dgm:prSet phldrT="[文本]"/>
      <dgm:spPr/>
      <dgm:t>
        <a:bodyPr/>
        <a:lstStyle/>
        <a:p>
          <a:r>
            <a:rPr lang="zh-CN" altLang="en-US" dirty="0"/>
            <a:t>汽车</a:t>
          </a:r>
        </a:p>
      </dgm:t>
    </dgm:pt>
    <dgm:pt modelId="{BCCA7010-E811-F24F-9DFA-92827CE6295E}" type="parTrans" cxnId="{8768918D-CD54-244C-B1EC-6C2A10D9A5CC}">
      <dgm:prSet/>
      <dgm:spPr/>
      <dgm:t>
        <a:bodyPr/>
        <a:lstStyle/>
        <a:p>
          <a:endParaRPr lang="zh-CN" altLang="en-US"/>
        </a:p>
      </dgm:t>
    </dgm:pt>
    <dgm:pt modelId="{996A0617-69E4-DE46-B9DC-FC282A0C11FB}" type="sibTrans" cxnId="{8768918D-CD54-244C-B1EC-6C2A10D9A5CC}">
      <dgm:prSet/>
      <dgm:spPr/>
      <dgm:t>
        <a:bodyPr/>
        <a:lstStyle/>
        <a:p>
          <a:endParaRPr lang="zh-CN" altLang="en-US"/>
        </a:p>
      </dgm:t>
    </dgm:pt>
    <dgm:pt modelId="{D5DE7134-4AB6-A246-A014-107EE190B42F}">
      <dgm:prSet phldrT="[文本]"/>
      <dgm:spPr/>
      <dgm:t>
        <a:bodyPr/>
        <a:lstStyle/>
        <a:p>
          <a:r>
            <a:rPr lang="zh-CN" altLang="en-US" dirty="0"/>
            <a:t>电商</a:t>
          </a:r>
        </a:p>
      </dgm:t>
    </dgm:pt>
    <dgm:pt modelId="{CFA5298C-79A9-1546-8F45-9C20A4FEF2B4}" type="parTrans" cxnId="{9A178497-74F5-154B-AFBB-B091C116FA81}">
      <dgm:prSet/>
      <dgm:spPr/>
      <dgm:t>
        <a:bodyPr/>
        <a:lstStyle/>
        <a:p>
          <a:endParaRPr lang="zh-CN" altLang="en-US"/>
        </a:p>
      </dgm:t>
    </dgm:pt>
    <dgm:pt modelId="{5CFE28AC-A0D9-FD43-8713-28FBD50A92DA}" type="sibTrans" cxnId="{9A178497-74F5-154B-AFBB-B091C116FA81}">
      <dgm:prSet/>
      <dgm:spPr/>
      <dgm:t>
        <a:bodyPr/>
        <a:lstStyle/>
        <a:p>
          <a:endParaRPr lang="zh-CN" altLang="en-US"/>
        </a:p>
      </dgm:t>
    </dgm:pt>
    <dgm:pt modelId="{2C102CE9-B996-4842-B80C-B51073E31372}">
      <dgm:prSet phldrT="[文本]"/>
      <dgm:spPr/>
      <dgm:t>
        <a:bodyPr/>
        <a:lstStyle/>
        <a:p>
          <a:r>
            <a:rPr lang="zh-CN" altLang="en-US" dirty="0"/>
            <a:t>教育</a:t>
          </a:r>
        </a:p>
      </dgm:t>
    </dgm:pt>
    <dgm:pt modelId="{96027982-BFD2-124D-8D17-9F5BEDACDD92}" type="parTrans" cxnId="{58B0CA9C-91DE-7547-BB70-69B0861E0607}">
      <dgm:prSet/>
      <dgm:spPr/>
      <dgm:t>
        <a:bodyPr/>
        <a:lstStyle/>
        <a:p>
          <a:endParaRPr lang="zh-CN" altLang="en-US"/>
        </a:p>
      </dgm:t>
    </dgm:pt>
    <dgm:pt modelId="{F67EB3EA-3218-414B-BCDE-10C86C10FAC2}" type="sibTrans" cxnId="{58B0CA9C-91DE-7547-BB70-69B0861E0607}">
      <dgm:prSet/>
      <dgm:spPr/>
      <dgm:t>
        <a:bodyPr/>
        <a:lstStyle/>
        <a:p>
          <a:endParaRPr lang="zh-CN" altLang="en-US"/>
        </a:p>
      </dgm:t>
    </dgm:pt>
    <dgm:pt modelId="{EEEBCA1B-4E42-D446-8C0E-7C0E9402B18F}">
      <dgm:prSet phldrT="[文本]"/>
      <dgm:spPr/>
      <dgm:t>
        <a:bodyPr/>
        <a:lstStyle/>
        <a:p>
          <a:r>
            <a:rPr lang="zh-CN" altLang="en-US" dirty="0"/>
            <a:t>社交</a:t>
          </a:r>
        </a:p>
      </dgm:t>
    </dgm:pt>
    <dgm:pt modelId="{73EB940F-E87A-B54A-86BD-9CDA7C040ED3}" type="parTrans" cxnId="{69653ADE-33A2-7141-A44E-E74A54593EAB}">
      <dgm:prSet/>
      <dgm:spPr/>
      <dgm:t>
        <a:bodyPr/>
        <a:lstStyle/>
        <a:p>
          <a:endParaRPr lang="zh-CN" altLang="en-US"/>
        </a:p>
      </dgm:t>
    </dgm:pt>
    <dgm:pt modelId="{DCBC855D-87DA-A642-84C4-F05C5E89925F}" type="sibTrans" cxnId="{69653ADE-33A2-7141-A44E-E74A54593EAB}">
      <dgm:prSet/>
      <dgm:spPr/>
      <dgm:t>
        <a:bodyPr/>
        <a:lstStyle/>
        <a:p>
          <a:endParaRPr lang="zh-CN" altLang="en-US"/>
        </a:p>
      </dgm:t>
    </dgm:pt>
    <dgm:pt modelId="{AA3F51AC-893E-0546-AE76-3BE60F095598}">
      <dgm:prSet phldrT="[文本]"/>
      <dgm:spPr/>
      <dgm:t>
        <a:bodyPr/>
        <a:lstStyle/>
        <a:p>
          <a:r>
            <a:rPr lang="zh-CN" altLang="en-US" dirty="0"/>
            <a:t>安全</a:t>
          </a:r>
        </a:p>
      </dgm:t>
    </dgm:pt>
    <dgm:pt modelId="{214F7525-6530-FC4D-99F6-963CB1927C50}" type="parTrans" cxnId="{1E959476-AA57-754C-8B6B-C14FF7F91940}">
      <dgm:prSet/>
      <dgm:spPr/>
      <dgm:t>
        <a:bodyPr/>
        <a:lstStyle/>
        <a:p>
          <a:endParaRPr lang="zh-CN" altLang="en-US"/>
        </a:p>
      </dgm:t>
    </dgm:pt>
    <dgm:pt modelId="{D7B75B6E-C92B-8048-A018-E2FED40EA389}" type="sibTrans" cxnId="{1E959476-AA57-754C-8B6B-C14FF7F91940}">
      <dgm:prSet/>
      <dgm:spPr/>
      <dgm:t>
        <a:bodyPr/>
        <a:lstStyle/>
        <a:p>
          <a:endParaRPr lang="zh-CN" altLang="en-US"/>
        </a:p>
      </dgm:t>
    </dgm:pt>
    <dgm:pt modelId="{2ED44BCB-C8B0-B64E-8567-155505F444EE}">
      <dgm:prSet phldrT="[文本]"/>
      <dgm:spPr/>
      <dgm:t>
        <a:bodyPr/>
        <a:lstStyle/>
        <a:p>
          <a:r>
            <a:rPr lang="zh-CN" altLang="en-US" dirty="0"/>
            <a:t>物流</a:t>
          </a:r>
        </a:p>
      </dgm:t>
    </dgm:pt>
    <dgm:pt modelId="{A98225CC-B388-BF4E-95B1-497E8CCF4BE8}" type="parTrans" cxnId="{5A3D4456-3F71-4D4F-87A6-1D64B5A7DDD8}">
      <dgm:prSet/>
      <dgm:spPr/>
      <dgm:t>
        <a:bodyPr/>
        <a:lstStyle/>
        <a:p>
          <a:endParaRPr lang="zh-CN" altLang="en-US"/>
        </a:p>
      </dgm:t>
    </dgm:pt>
    <dgm:pt modelId="{B8527C07-8B6B-7944-8A2E-0579A12F0430}" type="sibTrans" cxnId="{5A3D4456-3F71-4D4F-87A6-1D64B5A7DDD8}">
      <dgm:prSet/>
      <dgm:spPr/>
      <dgm:t>
        <a:bodyPr/>
        <a:lstStyle/>
        <a:p>
          <a:endParaRPr lang="zh-CN" altLang="en-US"/>
        </a:p>
      </dgm:t>
    </dgm:pt>
    <dgm:pt modelId="{1C338BD7-EDEA-2E4B-A182-8B44367F94CB}">
      <dgm:prSet phldrT="[文本]"/>
      <dgm:spPr/>
      <dgm:t>
        <a:bodyPr/>
        <a:lstStyle/>
        <a:p>
          <a:r>
            <a:rPr lang="zh-CN" altLang="en-US" dirty="0"/>
            <a:t>机器人</a:t>
          </a:r>
        </a:p>
      </dgm:t>
    </dgm:pt>
    <dgm:pt modelId="{63F2E8BE-92EA-B542-AFAA-C7E51E4738D7}" type="parTrans" cxnId="{52B479CE-E276-B147-99B3-01F4F10EB32F}">
      <dgm:prSet/>
      <dgm:spPr/>
      <dgm:t>
        <a:bodyPr/>
        <a:lstStyle/>
        <a:p>
          <a:endParaRPr lang="zh-CN" altLang="en-US"/>
        </a:p>
      </dgm:t>
    </dgm:pt>
    <dgm:pt modelId="{D887D1EA-6B2E-BA47-92D6-464F64FA62BB}" type="sibTrans" cxnId="{52B479CE-E276-B147-99B3-01F4F10EB32F}">
      <dgm:prSet/>
      <dgm:spPr/>
      <dgm:t>
        <a:bodyPr/>
        <a:lstStyle/>
        <a:p>
          <a:endParaRPr lang="zh-CN" altLang="en-US"/>
        </a:p>
      </dgm:t>
    </dgm:pt>
    <dgm:pt modelId="{133BC2C5-EA1C-1748-8FF1-9071C732A05E}">
      <dgm:prSet phldrT="[文本]"/>
      <dgm:spPr/>
      <dgm:t>
        <a:bodyPr/>
        <a:lstStyle/>
        <a:p>
          <a:r>
            <a:rPr lang="zh-CN" altLang="en-US" dirty="0"/>
            <a:t>娱乐</a:t>
          </a:r>
        </a:p>
      </dgm:t>
    </dgm:pt>
    <dgm:pt modelId="{5A6AB844-F316-2A40-9B8B-62B125F5FC3D}" type="parTrans" cxnId="{F5429ED4-1510-E04E-BCE0-B56F1876C1CB}">
      <dgm:prSet/>
      <dgm:spPr/>
      <dgm:t>
        <a:bodyPr/>
        <a:lstStyle/>
        <a:p>
          <a:endParaRPr lang="zh-CN" altLang="en-US"/>
        </a:p>
      </dgm:t>
    </dgm:pt>
    <dgm:pt modelId="{AF7EE4F7-B6C8-C742-853B-42C2BD350656}" type="sibTrans" cxnId="{F5429ED4-1510-E04E-BCE0-B56F1876C1CB}">
      <dgm:prSet/>
      <dgm:spPr/>
      <dgm:t>
        <a:bodyPr/>
        <a:lstStyle/>
        <a:p>
          <a:endParaRPr lang="zh-CN" altLang="en-US"/>
        </a:p>
      </dgm:t>
    </dgm:pt>
    <dgm:pt modelId="{85A00D10-5C6E-E64B-965E-498F7317B39D}">
      <dgm:prSet phldrT="[文本]"/>
      <dgm:spPr/>
      <dgm:t>
        <a:bodyPr/>
        <a:lstStyle/>
        <a:p>
          <a:r>
            <a:rPr lang="zh-CN" altLang="en-US" dirty="0"/>
            <a:t>农业</a:t>
          </a:r>
        </a:p>
      </dgm:t>
    </dgm:pt>
    <dgm:pt modelId="{7D048003-CCBB-844E-A024-4B64A835EBBC}" type="parTrans" cxnId="{4DDA4F46-1B1A-B246-B81F-EB12B21A4CE0}">
      <dgm:prSet/>
      <dgm:spPr/>
      <dgm:t>
        <a:bodyPr/>
        <a:lstStyle/>
        <a:p>
          <a:endParaRPr lang="zh-CN" altLang="en-US"/>
        </a:p>
      </dgm:t>
    </dgm:pt>
    <dgm:pt modelId="{39965E3F-2137-F546-84C2-09B2640DEE24}" type="sibTrans" cxnId="{4DDA4F46-1B1A-B246-B81F-EB12B21A4CE0}">
      <dgm:prSet/>
      <dgm:spPr/>
      <dgm:t>
        <a:bodyPr/>
        <a:lstStyle/>
        <a:p>
          <a:endParaRPr lang="zh-CN" altLang="en-US"/>
        </a:p>
      </dgm:t>
    </dgm:pt>
    <dgm:pt modelId="{BA8824A1-E7AD-2E49-8291-F22707F0CEF9}" type="pres">
      <dgm:prSet presAssocID="{4AF88434-D786-CD40-8199-E28A6BC8A84E}" presName="cycle" presStyleCnt="0">
        <dgm:presLayoutVars>
          <dgm:chMax val="1"/>
          <dgm:dir/>
          <dgm:animLvl val="ctr"/>
          <dgm:resizeHandles val="exact"/>
        </dgm:presLayoutVars>
      </dgm:prSet>
      <dgm:spPr/>
    </dgm:pt>
    <dgm:pt modelId="{9C71D6D5-B7CA-EF4C-B522-44353DF53B43}" type="pres">
      <dgm:prSet presAssocID="{B041CBB5-A77D-574F-B44C-8178F973C79D}" presName="centerShape" presStyleLbl="node0" presStyleIdx="0" presStyleCnt="1" custScaleX="221097" custScaleY="207402" custLinFactNeighborX="-1532" custLinFactNeighborY="3861"/>
      <dgm:spPr/>
    </dgm:pt>
    <dgm:pt modelId="{6C4087B4-B2AE-8646-A14A-FE4F92338EFF}" type="pres">
      <dgm:prSet presAssocID="{EAF8258E-3F1F-D940-B148-17B625914179}" presName="Name9" presStyleLbl="parChTrans1D2" presStyleIdx="0" presStyleCnt="12"/>
      <dgm:spPr/>
    </dgm:pt>
    <dgm:pt modelId="{F251B99A-0DF0-BF49-BB36-F0CE6AF2FC07}" type="pres">
      <dgm:prSet presAssocID="{EAF8258E-3F1F-D940-B148-17B625914179}" presName="connTx" presStyleLbl="parChTrans1D2" presStyleIdx="0" presStyleCnt="12"/>
      <dgm:spPr/>
    </dgm:pt>
    <dgm:pt modelId="{3AD78B77-EABC-034F-A24D-42789A353435}" type="pres">
      <dgm:prSet presAssocID="{1738DEEE-84E6-214A-83BE-AC9E9A8B47EA}" presName="node" presStyleLbl="node1" presStyleIdx="0" presStyleCnt="12">
        <dgm:presLayoutVars>
          <dgm:bulletEnabled val="1"/>
        </dgm:presLayoutVars>
      </dgm:prSet>
      <dgm:spPr/>
    </dgm:pt>
    <dgm:pt modelId="{335EE114-A913-C24D-A6E2-F8B3CEF37E7D}" type="pres">
      <dgm:prSet presAssocID="{7D048003-CCBB-844E-A024-4B64A835EBBC}" presName="Name9" presStyleLbl="parChTrans1D2" presStyleIdx="1" presStyleCnt="12"/>
      <dgm:spPr/>
    </dgm:pt>
    <dgm:pt modelId="{72CF41E5-02D6-3240-995A-7ED82B80B8AB}" type="pres">
      <dgm:prSet presAssocID="{7D048003-CCBB-844E-A024-4B64A835EBBC}" presName="connTx" presStyleLbl="parChTrans1D2" presStyleIdx="1" presStyleCnt="12"/>
      <dgm:spPr/>
    </dgm:pt>
    <dgm:pt modelId="{4A4718D7-CA56-334F-876E-3337F674A0A5}" type="pres">
      <dgm:prSet presAssocID="{85A00D10-5C6E-E64B-965E-498F7317B39D}" presName="node" presStyleLbl="node1" presStyleIdx="1" presStyleCnt="12">
        <dgm:presLayoutVars>
          <dgm:bulletEnabled val="1"/>
        </dgm:presLayoutVars>
      </dgm:prSet>
      <dgm:spPr/>
    </dgm:pt>
    <dgm:pt modelId="{4DCF1417-5B2B-1A40-9232-17D177D1B1CB}" type="pres">
      <dgm:prSet presAssocID="{CFA5298C-79A9-1546-8F45-9C20A4FEF2B4}" presName="Name9" presStyleLbl="parChTrans1D2" presStyleIdx="2" presStyleCnt="12"/>
      <dgm:spPr/>
    </dgm:pt>
    <dgm:pt modelId="{502CE420-56A1-7042-B65B-1624171806A3}" type="pres">
      <dgm:prSet presAssocID="{CFA5298C-79A9-1546-8F45-9C20A4FEF2B4}" presName="connTx" presStyleLbl="parChTrans1D2" presStyleIdx="2" presStyleCnt="12"/>
      <dgm:spPr/>
    </dgm:pt>
    <dgm:pt modelId="{CCD3BF21-84BF-5146-B255-A0E0263833F6}" type="pres">
      <dgm:prSet presAssocID="{D5DE7134-4AB6-A246-A014-107EE190B42F}" presName="node" presStyleLbl="node1" presStyleIdx="2" presStyleCnt="12">
        <dgm:presLayoutVars>
          <dgm:bulletEnabled val="1"/>
        </dgm:presLayoutVars>
      </dgm:prSet>
      <dgm:spPr/>
    </dgm:pt>
    <dgm:pt modelId="{6EC24BCE-04B8-A745-B759-BD1CA4F1BEBB}" type="pres">
      <dgm:prSet presAssocID="{A98225CC-B388-BF4E-95B1-497E8CCF4BE8}" presName="Name9" presStyleLbl="parChTrans1D2" presStyleIdx="3" presStyleCnt="12"/>
      <dgm:spPr/>
    </dgm:pt>
    <dgm:pt modelId="{B4FE03F0-7E7E-C746-AEDD-B15F5D480A25}" type="pres">
      <dgm:prSet presAssocID="{A98225CC-B388-BF4E-95B1-497E8CCF4BE8}" presName="connTx" presStyleLbl="parChTrans1D2" presStyleIdx="3" presStyleCnt="12"/>
      <dgm:spPr/>
    </dgm:pt>
    <dgm:pt modelId="{9B26AEDB-CD80-7F4C-B22D-23EB4A94325A}" type="pres">
      <dgm:prSet presAssocID="{2ED44BCB-C8B0-B64E-8567-155505F444EE}" presName="node" presStyleLbl="node1" presStyleIdx="3" presStyleCnt="12">
        <dgm:presLayoutVars>
          <dgm:bulletEnabled val="1"/>
        </dgm:presLayoutVars>
      </dgm:prSet>
      <dgm:spPr/>
    </dgm:pt>
    <dgm:pt modelId="{F9AA7CED-B6FB-3C44-8D45-B73F017BFE3E}" type="pres">
      <dgm:prSet presAssocID="{9F2966D1-851C-CF49-B446-C889A12BC46A}" presName="Name9" presStyleLbl="parChTrans1D2" presStyleIdx="4" presStyleCnt="12"/>
      <dgm:spPr/>
    </dgm:pt>
    <dgm:pt modelId="{832863AF-2FBE-F949-BA3C-3CCFF8D65C72}" type="pres">
      <dgm:prSet presAssocID="{9F2966D1-851C-CF49-B446-C889A12BC46A}" presName="connTx" presStyleLbl="parChTrans1D2" presStyleIdx="4" presStyleCnt="12"/>
      <dgm:spPr/>
    </dgm:pt>
    <dgm:pt modelId="{F5954EBE-2183-6848-A22B-C22B4FC438A6}" type="pres">
      <dgm:prSet presAssocID="{7C88663C-85B1-0C4C-9E29-497B549AF41A}" presName="node" presStyleLbl="node1" presStyleIdx="4" presStyleCnt="12">
        <dgm:presLayoutVars>
          <dgm:bulletEnabled val="1"/>
        </dgm:presLayoutVars>
      </dgm:prSet>
      <dgm:spPr/>
    </dgm:pt>
    <dgm:pt modelId="{3B5B048C-69B2-4C44-8325-10B06F154873}" type="pres">
      <dgm:prSet presAssocID="{96027982-BFD2-124D-8D17-9F5BEDACDD92}" presName="Name9" presStyleLbl="parChTrans1D2" presStyleIdx="5" presStyleCnt="12"/>
      <dgm:spPr/>
    </dgm:pt>
    <dgm:pt modelId="{FF8F61A4-0F98-894C-9D67-6BA8A9FC4BED}" type="pres">
      <dgm:prSet presAssocID="{96027982-BFD2-124D-8D17-9F5BEDACDD92}" presName="connTx" presStyleLbl="parChTrans1D2" presStyleIdx="5" presStyleCnt="12"/>
      <dgm:spPr/>
    </dgm:pt>
    <dgm:pt modelId="{F2339034-E363-974D-8FC1-58A42449584D}" type="pres">
      <dgm:prSet presAssocID="{2C102CE9-B996-4842-B80C-B51073E31372}" presName="node" presStyleLbl="node1" presStyleIdx="5" presStyleCnt="12">
        <dgm:presLayoutVars>
          <dgm:bulletEnabled val="1"/>
        </dgm:presLayoutVars>
      </dgm:prSet>
      <dgm:spPr/>
    </dgm:pt>
    <dgm:pt modelId="{7254BB14-2476-BC46-84E3-6C8C133FB072}" type="pres">
      <dgm:prSet presAssocID="{73EB940F-E87A-B54A-86BD-9CDA7C040ED3}" presName="Name9" presStyleLbl="parChTrans1D2" presStyleIdx="6" presStyleCnt="12"/>
      <dgm:spPr/>
    </dgm:pt>
    <dgm:pt modelId="{3180FA09-A8A5-A847-8824-CA69549C72FD}" type="pres">
      <dgm:prSet presAssocID="{73EB940F-E87A-B54A-86BD-9CDA7C040ED3}" presName="connTx" presStyleLbl="parChTrans1D2" presStyleIdx="6" presStyleCnt="12"/>
      <dgm:spPr/>
    </dgm:pt>
    <dgm:pt modelId="{36730CE1-7915-A044-A1BB-7EBEE41610AE}" type="pres">
      <dgm:prSet presAssocID="{EEEBCA1B-4E42-D446-8C0E-7C0E9402B18F}" presName="node" presStyleLbl="node1" presStyleIdx="6" presStyleCnt="12">
        <dgm:presLayoutVars>
          <dgm:bulletEnabled val="1"/>
        </dgm:presLayoutVars>
      </dgm:prSet>
      <dgm:spPr/>
    </dgm:pt>
    <dgm:pt modelId="{F37AC3D5-914A-E246-A3E4-B6B38B975C4E}" type="pres">
      <dgm:prSet presAssocID="{5545D28D-CDE2-9548-8A9C-0812A0F2866D}" presName="Name9" presStyleLbl="parChTrans1D2" presStyleIdx="7" presStyleCnt="12"/>
      <dgm:spPr/>
    </dgm:pt>
    <dgm:pt modelId="{69B02038-85E1-5E40-A5A6-930D659AD246}" type="pres">
      <dgm:prSet presAssocID="{5545D28D-CDE2-9548-8A9C-0812A0F2866D}" presName="connTx" presStyleLbl="parChTrans1D2" presStyleIdx="7" presStyleCnt="12"/>
      <dgm:spPr/>
    </dgm:pt>
    <dgm:pt modelId="{A80CC155-7FCA-B24C-A0B5-E3D7EE700208}" type="pres">
      <dgm:prSet presAssocID="{164A9E9A-C167-8B49-BF49-5C9403CEB63B}" presName="node" presStyleLbl="node1" presStyleIdx="7" presStyleCnt="12">
        <dgm:presLayoutVars>
          <dgm:bulletEnabled val="1"/>
        </dgm:presLayoutVars>
      </dgm:prSet>
      <dgm:spPr/>
    </dgm:pt>
    <dgm:pt modelId="{5932D01E-AF24-5A47-AC1F-632D223FCA0B}" type="pres">
      <dgm:prSet presAssocID="{214F7525-6530-FC4D-99F6-963CB1927C50}" presName="Name9" presStyleLbl="parChTrans1D2" presStyleIdx="8" presStyleCnt="12"/>
      <dgm:spPr/>
    </dgm:pt>
    <dgm:pt modelId="{C9751EE3-44E2-5D4E-95BA-203A08287AAF}" type="pres">
      <dgm:prSet presAssocID="{214F7525-6530-FC4D-99F6-963CB1927C50}" presName="connTx" presStyleLbl="parChTrans1D2" presStyleIdx="8" presStyleCnt="12"/>
      <dgm:spPr/>
    </dgm:pt>
    <dgm:pt modelId="{255934EB-1994-A44E-821D-1CAC575B03C3}" type="pres">
      <dgm:prSet presAssocID="{AA3F51AC-893E-0546-AE76-3BE60F095598}" presName="node" presStyleLbl="node1" presStyleIdx="8" presStyleCnt="12">
        <dgm:presLayoutVars>
          <dgm:bulletEnabled val="1"/>
        </dgm:presLayoutVars>
      </dgm:prSet>
      <dgm:spPr/>
    </dgm:pt>
    <dgm:pt modelId="{8A6F1EED-D54C-274E-8F24-2B3C0EBD9A3F}" type="pres">
      <dgm:prSet presAssocID="{63F2E8BE-92EA-B542-AFAA-C7E51E4738D7}" presName="Name9" presStyleLbl="parChTrans1D2" presStyleIdx="9" presStyleCnt="12"/>
      <dgm:spPr/>
    </dgm:pt>
    <dgm:pt modelId="{8A835576-6110-5D40-BB75-14C49019A8DC}" type="pres">
      <dgm:prSet presAssocID="{63F2E8BE-92EA-B542-AFAA-C7E51E4738D7}" presName="connTx" presStyleLbl="parChTrans1D2" presStyleIdx="9" presStyleCnt="12"/>
      <dgm:spPr/>
    </dgm:pt>
    <dgm:pt modelId="{686CFC4A-7899-634E-956D-B3A69ED83876}" type="pres">
      <dgm:prSet presAssocID="{1C338BD7-EDEA-2E4B-A182-8B44367F94CB}" presName="node" presStyleLbl="node1" presStyleIdx="9" presStyleCnt="12">
        <dgm:presLayoutVars>
          <dgm:bulletEnabled val="1"/>
        </dgm:presLayoutVars>
      </dgm:prSet>
      <dgm:spPr/>
    </dgm:pt>
    <dgm:pt modelId="{8CB66207-BF18-8E4D-A069-F42A1540A52E}" type="pres">
      <dgm:prSet presAssocID="{5A6AB844-F316-2A40-9B8B-62B125F5FC3D}" presName="Name9" presStyleLbl="parChTrans1D2" presStyleIdx="10" presStyleCnt="12"/>
      <dgm:spPr/>
    </dgm:pt>
    <dgm:pt modelId="{6C424B86-304F-BA40-9F84-1E0F378E7FCA}" type="pres">
      <dgm:prSet presAssocID="{5A6AB844-F316-2A40-9B8B-62B125F5FC3D}" presName="connTx" presStyleLbl="parChTrans1D2" presStyleIdx="10" presStyleCnt="12"/>
      <dgm:spPr/>
    </dgm:pt>
    <dgm:pt modelId="{E9AD78D3-C8B8-4242-BA9C-0B521A8D1D1D}" type="pres">
      <dgm:prSet presAssocID="{133BC2C5-EA1C-1748-8FF1-9071C732A05E}" presName="node" presStyleLbl="node1" presStyleIdx="10" presStyleCnt="12">
        <dgm:presLayoutVars>
          <dgm:bulletEnabled val="1"/>
        </dgm:presLayoutVars>
      </dgm:prSet>
      <dgm:spPr/>
    </dgm:pt>
    <dgm:pt modelId="{2B4F5858-B868-2F43-88AF-F68C2A1DEC1E}" type="pres">
      <dgm:prSet presAssocID="{BCCA7010-E811-F24F-9DFA-92827CE6295E}" presName="Name9" presStyleLbl="parChTrans1D2" presStyleIdx="11" presStyleCnt="12"/>
      <dgm:spPr/>
    </dgm:pt>
    <dgm:pt modelId="{1C4EAEF4-1BE5-CE4D-B190-4342DF18BF7E}" type="pres">
      <dgm:prSet presAssocID="{BCCA7010-E811-F24F-9DFA-92827CE6295E}" presName="connTx" presStyleLbl="parChTrans1D2" presStyleIdx="11" presStyleCnt="12"/>
      <dgm:spPr/>
    </dgm:pt>
    <dgm:pt modelId="{B21B4BA8-D513-784A-A1B5-19705808889E}" type="pres">
      <dgm:prSet presAssocID="{8B59EB4E-1D02-EA4B-98C1-827FFE65CE2B}" presName="node" presStyleLbl="node1" presStyleIdx="11" presStyleCnt="12">
        <dgm:presLayoutVars>
          <dgm:bulletEnabled val="1"/>
        </dgm:presLayoutVars>
      </dgm:prSet>
      <dgm:spPr/>
    </dgm:pt>
  </dgm:ptLst>
  <dgm:cxnLst>
    <dgm:cxn modelId="{ED83A11B-A73C-CE4B-8E16-4CA84BDAE8D9}" type="presOf" srcId="{8B59EB4E-1D02-EA4B-98C1-827FFE65CE2B}" destId="{B21B4BA8-D513-784A-A1B5-19705808889E}" srcOrd="0" destOrd="0" presId="urn:microsoft.com/office/officeart/2005/8/layout/radial1"/>
    <dgm:cxn modelId="{9F12C428-C5B5-3841-9726-D8048F27CF5B}" type="presOf" srcId="{2C102CE9-B996-4842-B80C-B51073E31372}" destId="{F2339034-E363-974D-8FC1-58A42449584D}" srcOrd="0" destOrd="0" presId="urn:microsoft.com/office/officeart/2005/8/layout/radial1"/>
    <dgm:cxn modelId="{57A9552F-AD44-264A-9574-7A36F5502E8C}" type="presOf" srcId="{CFA5298C-79A9-1546-8F45-9C20A4FEF2B4}" destId="{502CE420-56A1-7042-B65B-1624171806A3}" srcOrd="1" destOrd="0" presId="urn:microsoft.com/office/officeart/2005/8/layout/radial1"/>
    <dgm:cxn modelId="{CC0A8434-62F2-704A-8BED-8DF0B774E827}" type="presOf" srcId="{BCCA7010-E811-F24F-9DFA-92827CE6295E}" destId="{1C4EAEF4-1BE5-CE4D-B190-4342DF18BF7E}" srcOrd="1" destOrd="0" presId="urn:microsoft.com/office/officeart/2005/8/layout/radial1"/>
    <dgm:cxn modelId="{4DDA4F46-1B1A-B246-B81F-EB12B21A4CE0}" srcId="{B041CBB5-A77D-574F-B44C-8178F973C79D}" destId="{85A00D10-5C6E-E64B-965E-498F7317B39D}" srcOrd="1" destOrd="0" parTransId="{7D048003-CCBB-844E-A024-4B64A835EBBC}" sibTransId="{39965E3F-2137-F546-84C2-09B2640DEE24}"/>
    <dgm:cxn modelId="{3396354E-5718-F440-8945-774D294A8AF5}" srcId="{B041CBB5-A77D-574F-B44C-8178F973C79D}" destId="{164A9E9A-C167-8B49-BF49-5C9403CEB63B}" srcOrd="7" destOrd="0" parTransId="{5545D28D-CDE2-9548-8A9C-0812A0F2866D}" sibTransId="{24FD9D73-1E57-6548-A0CA-0CFEDF1905B6}"/>
    <dgm:cxn modelId="{5A3D4456-3F71-4D4F-87A6-1D64B5A7DDD8}" srcId="{B041CBB5-A77D-574F-B44C-8178F973C79D}" destId="{2ED44BCB-C8B0-B64E-8567-155505F444EE}" srcOrd="3" destOrd="0" parTransId="{A98225CC-B388-BF4E-95B1-497E8CCF4BE8}" sibTransId="{B8527C07-8B6B-7944-8A2E-0579A12F0430}"/>
    <dgm:cxn modelId="{06C3526E-BA94-C846-8445-179426900BB5}" type="presOf" srcId="{85A00D10-5C6E-E64B-965E-498F7317B39D}" destId="{4A4718D7-CA56-334F-876E-3337F674A0A5}" srcOrd="0" destOrd="0" presId="urn:microsoft.com/office/officeart/2005/8/layout/radial1"/>
    <dgm:cxn modelId="{0878CE6F-3552-C045-A56C-BBE1F1EF4909}" type="presOf" srcId="{96027982-BFD2-124D-8D17-9F5BEDACDD92}" destId="{3B5B048C-69B2-4C44-8325-10B06F154873}" srcOrd="0" destOrd="0" presId="urn:microsoft.com/office/officeart/2005/8/layout/radial1"/>
    <dgm:cxn modelId="{49171D75-240E-6843-B56F-ED1D1DC0A0A5}" type="presOf" srcId="{73EB940F-E87A-B54A-86BD-9CDA7C040ED3}" destId="{3180FA09-A8A5-A847-8824-CA69549C72FD}" srcOrd="1" destOrd="0" presId="urn:microsoft.com/office/officeart/2005/8/layout/radial1"/>
    <dgm:cxn modelId="{4CAF9376-B44F-0A43-9FEE-9862B83CD7D6}" type="presOf" srcId="{133BC2C5-EA1C-1748-8FF1-9071C732A05E}" destId="{E9AD78D3-C8B8-4242-BA9C-0B521A8D1D1D}" srcOrd="0" destOrd="0" presId="urn:microsoft.com/office/officeart/2005/8/layout/radial1"/>
    <dgm:cxn modelId="{1E959476-AA57-754C-8B6B-C14FF7F91940}" srcId="{B041CBB5-A77D-574F-B44C-8178F973C79D}" destId="{AA3F51AC-893E-0546-AE76-3BE60F095598}" srcOrd="8" destOrd="0" parTransId="{214F7525-6530-FC4D-99F6-963CB1927C50}" sibTransId="{D7B75B6E-C92B-8048-A018-E2FED40EA389}"/>
    <dgm:cxn modelId="{A7379A7B-F657-A546-A4D5-4572E9386FFE}" type="presOf" srcId="{2ED44BCB-C8B0-B64E-8567-155505F444EE}" destId="{9B26AEDB-CD80-7F4C-B22D-23EB4A94325A}" srcOrd="0" destOrd="0" presId="urn:microsoft.com/office/officeart/2005/8/layout/radial1"/>
    <dgm:cxn modelId="{111B987D-9900-2C46-B606-DD0BF0FFA979}" type="presOf" srcId="{1738DEEE-84E6-214A-83BE-AC9E9A8B47EA}" destId="{3AD78B77-EABC-034F-A24D-42789A353435}" srcOrd="0" destOrd="0" presId="urn:microsoft.com/office/officeart/2005/8/layout/radial1"/>
    <dgm:cxn modelId="{F9C9C985-9973-7145-AD87-0B36DEEBEFBA}" type="presOf" srcId="{D5DE7134-4AB6-A246-A014-107EE190B42F}" destId="{CCD3BF21-84BF-5146-B255-A0E0263833F6}" srcOrd="0" destOrd="0" presId="urn:microsoft.com/office/officeart/2005/8/layout/radial1"/>
    <dgm:cxn modelId="{87426F8A-15D6-7D47-AAE9-064C68A4784F}" type="presOf" srcId="{5545D28D-CDE2-9548-8A9C-0812A0F2866D}" destId="{69B02038-85E1-5E40-A5A6-930D659AD246}" srcOrd="1" destOrd="0" presId="urn:microsoft.com/office/officeart/2005/8/layout/radial1"/>
    <dgm:cxn modelId="{8768918D-CD54-244C-B1EC-6C2A10D9A5CC}" srcId="{B041CBB5-A77D-574F-B44C-8178F973C79D}" destId="{8B59EB4E-1D02-EA4B-98C1-827FFE65CE2B}" srcOrd="11" destOrd="0" parTransId="{BCCA7010-E811-F24F-9DFA-92827CE6295E}" sibTransId="{996A0617-69E4-DE46-B9DC-FC282A0C11FB}"/>
    <dgm:cxn modelId="{21A8D58E-E842-5A41-A0ED-9A0AC9EC29B5}" type="presOf" srcId="{96027982-BFD2-124D-8D17-9F5BEDACDD92}" destId="{FF8F61A4-0F98-894C-9D67-6BA8A9FC4BED}" srcOrd="1" destOrd="0" presId="urn:microsoft.com/office/officeart/2005/8/layout/radial1"/>
    <dgm:cxn modelId="{9A178497-74F5-154B-AFBB-B091C116FA81}" srcId="{B041CBB5-A77D-574F-B44C-8178F973C79D}" destId="{D5DE7134-4AB6-A246-A014-107EE190B42F}" srcOrd="2" destOrd="0" parTransId="{CFA5298C-79A9-1546-8F45-9C20A4FEF2B4}" sibTransId="{5CFE28AC-A0D9-FD43-8713-28FBD50A92DA}"/>
    <dgm:cxn modelId="{8FAAE098-A736-ED42-8E48-23D52763FDFD}" type="presOf" srcId="{7D048003-CCBB-844E-A024-4B64A835EBBC}" destId="{335EE114-A913-C24D-A6E2-F8B3CEF37E7D}" srcOrd="0" destOrd="0" presId="urn:microsoft.com/office/officeart/2005/8/layout/radial1"/>
    <dgm:cxn modelId="{B6912B99-F0E0-B74C-8567-07E28283A718}" type="presOf" srcId="{164A9E9A-C167-8B49-BF49-5C9403CEB63B}" destId="{A80CC155-7FCA-B24C-A0B5-E3D7EE700208}" srcOrd="0" destOrd="0" presId="urn:microsoft.com/office/officeart/2005/8/layout/radial1"/>
    <dgm:cxn modelId="{93BF2F9A-D030-534F-BC27-D845BAC32DB6}" type="presOf" srcId="{9F2966D1-851C-CF49-B446-C889A12BC46A}" destId="{832863AF-2FBE-F949-BA3C-3CCFF8D65C72}" srcOrd="1" destOrd="0" presId="urn:microsoft.com/office/officeart/2005/8/layout/radial1"/>
    <dgm:cxn modelId="{C2ED8B9C-3E23-E847-B11F-34E5268672C5}" type="presOf" srcId="{5545D28D-CDE2-9548-8A9C-0812A0F2866D}" destId="{F37AC3D5-914A-E246-A3E4-B6B38B975C4E}" srcOrd="0" destOrd="0" presId="urn:microsoft.com/office/officeart/2005/8/layout/radial1"/>
    <dgm:cxn modelId="{58B0CA9C-91DE-7547-BB70-69B0861E0607}" srcId="{B041CBB5-A77D-574F-B44C-8178F973C79D}" destId="{2C102CE9-B996-4842-B80C-B51073E31372}" srcOrd="5" destOrd="0" parTransId="{96027982-BFD2-124D-8D17-9F5BEDACDD92}" sibTransId="{F67EB3EA-3218-414B-BCDE-10C86C10FAC2}"/>
    <dgm:cxn modelId="{56B384A2-D16C-8648-9873-6A70180DF327}" type="presOf" srcId="{73EB940F-E87A-B54A-86BD-9CDA7C040ED3}" destId="{7254BB14-2476-BC46-84E3-6C8C133FB072}" srcOrd="0" destOrd="0" presId="urn:microsoft.com/office/officeart/2005/8/layout/radial1"/>
    <dgm:cxn modelId="{BB7A28AA-FFA4-0442-89DA-9B591ECC9CD2}" type="presOf" srcId="{4AF88434-D786-CD40-8199-E28A6BC8A84E}" destId="{BA8824A1-E7AD-2E49-8291-F22707F0CEF9}" srcOrd="0" destOrd="0" presId="urn:microsoft.com/office/officeart/2005/8/layout/radial1"/>
    <dgm:cxn modelId="{FD3F57AA-D8F8-9841-9BF8-7E59291F1B5A}" type="presOf" srcId="{B041CBB5-A77D-574F-B44C-8178F973C79D}" destId="{9C71D6D5-B7CA-EF4C-B522-44353DF53B43}" srcOrd="0" destOrd="0" presId="urn:microsoft.com/office/officeart/2005/8/layout/radial1"/>
    <dgm:cxn modelId="{174BE9AB-99C5-474E-A4C5-FEF829579FB1}" type="presOf" srcId="{CFA5298C-79A9-1546-8F45-9C20A4FEF2B4}" destId="{4DCF1417-5B2B-1A40-9232-17D177D1B1CB}" srcOrd="0" destOrd="0" presId="urn:microsoft.com/office/officeart/2005/8/layout/radial1"/>
    <dgm:cxn modelId="{A5B339AE-BD2D-174C-8AB2-015569D5A343}" type="presOf" srcId="{AA3F51AC-893E-0546-AE76-3BE60F095598}" destId="{255934EB-1994-A44E-821D-1CAC575B03C3}" srcOrd="0" destOrd="0" presId="urn:microsoft.com/office/officeart/2005/8/layout/radial1"/>
    <dgm:cxn modelId="{2CC2D3AF-3E58-A44F-99F7-3B5371BA01C5}" type="presOf" srcId="{7D048003-CCBB-844E-A024-4B64A835EBBC}" destId="{72CF41E5-02D6-3240-995A-7ED82B80B8AB}" srcOrd="1" destOrd="0" presId="urn:microsoft.com/office/officeart/2005/8/layout/radial1"/>
    <dgm:cxn modelId="{68C9A6B4-B201-8F40-81EA-8C7AC2D9259E}" type="presOf" srcId="{EAF8258E-3F1F-D940-B148-17B625914179}" destId="{F251B99A-0DF0-BF49-BB36-F0CE6AF2FC07}" srcOrd="1" destOrd="0" presId="urn:microsoft.com/office/officeart/2005/8/layout/radial1"/>
    <dgm:cxn modelId="{8DCB3DB6-8C32-6A4F-B9E1-E47093EFBB8B}" srcId="{B041CBB5-A77D-574F-B44C-8178F973C79D}" destId="{1738DEEE-84E6-214A-83BE-AC9E9A8B47EA}" srcOrd="0" destOrd="0" parTransId="{EAF8258E-3F1F-D940-B148-17B625914179}" sibTransId="{BBF49B2E-AA15-554F-85C5-658226C45B55}"/>
    <dgm:cxn modelId="{DD1072B8-894E-8D4D-B9FB-B4D62ED271FE}" type="presOf" srcId="{BCCA7010-E811-F24F-9DFA-92827CE6295E}" destId="{2B4F5858-B868-2F43-88AF-F68C2A1DEC1E}" srcOrd="0" destOrd="0" presId="urn:microsoft.com/office/officeart/2005/8/layout/radial1"/>
    <dgm:cxn modelId="{BC4D4BBA-13E8-AF4F-90F3-60DE5D1C7E69}" type="presOf" srcId="{EEEBCA1B-4E42-D446-8C0E-7C0E9402B18F}" destId="{36730CE1-7915-A044-A1BB-7EBEE41610AE}" srcOrd="0" destOrd="0" presId="urn:microsoft.com/office/officeart/2005/8/layout/radial1"/>
    <dgm:cxn modelId="{46C309C1-167D-9249-834E-AC7D8DE2D64B}" srcId="{B041CBB5-A77D-574F-B44C-8178F973C79D}" destId="{7C88663C-85B1-0C4C-9E29-497B549AF41A}" srcOrd="4" destOrd="0" parTransId="{9F2966D1-851C-CF49-B446-C889A12BC46A}" sibTransId="{2971B969-C09B-5443-861D-729A45AEDFC8}"/>
    <dgm:cxn modelId="{F5E97BC3-AC74-C24D-B872-C9700EFEB0E7}" srcId="{4AF88434-D786-CD40-8199-E28A6BC8A84E}" destId="{B041CBB5-A77D-574F-B44C-8178F973C79D}" srcOrd="0" destOrd="0" parTransId="{6FF1D750-FCBE-294D-9302-8DCB6A036104}" sibTransId="{A59DE7A3-E0AE-E849-8656-90658199EC14}"/>
    <dgm:cxn modelId="{D6DAC6C4-16DE-A943-8D27-8AC37D3A70C6}" type="presOf" srcId="{5A6AB844-F316-2A40-9B8B-62B125F5FC3D}" destId="{8CB66207-BF18-8E4D-A069-F42A1540A52E}" srcOrd="0" destOrd="0" presId="urn:microsoft.com/office/officeart/2005/8/layout/radial1"/>
    <dgm:cxn modelId="{904FE8C5-F2B7-BB48-9B3B-974104806C5D}" type="presOf" srcId="{63F2E8BE-92EA-B542-AFAA-C7E51E4738D7}" destId="{8A6F1EED-D54C-274E-8F24-2B3C0EBD9A3F}" srcOrd="0" destOrd="0" presId="urn:microsoft.com/office/officeart/2005/8/layout/radial1"/>
    <dgm:cxn modelId="{52B479CE-E276-B147-99B3-01F4F10EB32F}" srcId="{B041CBB5-A77D-574F-B44C-8178F973C79D}" destId="{1C338BD7-EDEA-2E4B-A182-8B44367F94CB}" srcOrd="9" destOrd="0" parTransId="{63F2E8BE-92EA-B542-AFAA-C7E51E4738D7}" sibTransId="{D887D1EA-6B2E-BA47-92D6-464F64FA62BB}"/>
    <dgm:cxn modelId="{F5429ED4-1510-E04E-BCE0-B56F1876C1CB}" srcId="{B041CBB5-A77D-574F-B44C-8178F973C79D}" destId="{133BC2C5-EA1C-1748-8FF1-9071C732A05E}" srcOrd="10" destOrd="0" parTransId="{5A6AB844-F316-2A40-9B8B-62B125F5FC3D}" sibTransId="{AF7EE4F7-B6C8-C742-853B-42C2BD350656}"/>
    <dgm:cxn modelId="{DFF629D6-BFEA-994A-BEE5-8D4FE4CEC99F}" type="presOf" srcId="{214F7525-6530-FC4D-99F6-963CB1927C50}" destId="{C9751EE3-44E2-5D4E-95BA-203A08287AAF}" srcOrd="1" destOrd="0" presId="urn:microsoft.com/office/officeart/2005/8/layout/radial1"/>
    <dgm:cxn modelId="{16F21EDE-E485-8241-9A30-A5E282BDFC18}" type="presOf" srcId="{5A6AB844-F316-2A40-9B8B-62B125F5FC3D}" destId="{6C424B86-304F-BA40-9F84-1E0F378E7FCA}" srcOrd="1" destOrd="0" presId="urn:microsoft.com/office/officeart/2005/8/layout/radial1"/>
    <dgm:cxn modelId="{69653ADE-33A2-7141-A44E-E74A54593EAB}" srcId="{B041CBB5-A77D-574F-B44C-8178F973C79D}" destId="{EEEBCA1B-4E42-D446-8C0E-7C0E9402B18F}" srcOrd="6" destOrd="0" parTransId="{73EB940F-E87A-B54A-86BD-9CDA7C040ED3}" sibTransId="{DCBC855D-87DA-A642-84C4-F05C5E89925F}"/>
    <dgm:cxn modelId="{3D8242E6-01BC-5B4E-AF60-740A447BEC3C}" type="presOf" srcId="{214F7525-6530-FC4D-99F6-963CB1927C50}" destId="{5932D01E-AF24-5A47-AC1F-632D223FCA0B}" srcOrd="0" destOrd="0" presId="urn:microsoft.com/office/officeart/2005/8/layout/radial1"/>
    <dgm:cxn modelId="{F2D88CF1-8527-F34C-A76C-AE6F1CD9073F}" type="presOf" srcId="{63F2E8BE-92EA-B542-AFAA-C7E51E4738D7}" destId="{8A835576-6110-5D40-BB75-14C49019A8DC}" srcOrd="1" destOrd="0" presId="urn:microsoft.com/office/officeart/2005/8/layout/radial1"/>
    <dgm:cxn modelId="{6DB581F4-BDCE-7243-A9BE-DFE39406E824}" type="presOf" srcId="{9F2966D1-851C-CF49-B446-C889A12BC46A}" destId="{F9AA7CED-B6FB-3C44-8D45-B73F017BFE3E}" srcOrd="0" destOrd="0" presId="urn:microsoft.com/office/officeart/2005/8/layout/radial1"/>
    <dgm:cxn modelId="{2973A6F4-6170-1F4C-ACDF-B4B8AC859C36}" type="presOf" srcId="{A98225CC-B388-BF4E-95B1-497E8CCF4BE8}" destId="{B4FE03F0-7E7E-C746-AEDD-B15F5D480A25}" srcOrd="1" destOrd="0" presId="urn:microsoft.com/office/officeart/2005/8/layout/radial1"/>
    <dgm:cxn modelId="{9B0489F6-AA44-1D45-A18A-0B68DC8B8A4C}" type="presOf" srcId="{A98225CC-B388-BF4E-95B1-497E8CCF4BE8}" destId="{6EC24BCE-04B8-A745-B759-BD1CA4F1BEBB}" srcOrd="0" destOrd="0" presId="urn:microsoft.com/office/officeart/2005/8/layout/radial1"/>
    <dgm:cxn modelId="{8D03E6F7-D2C4-764D-AF42-DCBAD3C0D8C8}" type="presOf" srcId="{EAF8258E-3F1F-D940-B148-17B625914179}" destId="{6C4087B4-B2AE-8646-A14A-FE4F92338EFF}" srcOrd="0" destOrd="0" presId="urn:microsoft.com/office/officeart/2005/8/layout/radial1"/>
    <dgm:cxn modelId="{FD31B9F8-1DD7-6E4B-985D-079DA55D8303}" type="presOf" srcId="{1C338BD7-EDEA-2E4B-A182-8B44367F94CB}" destId="{686CFC4A-7899-634E-956D-B3A69ED83876}" srcOrd="0" destOrd="0" presId="urn:microsoft.com/office/officeart/2005/8/layout/radial1"/>
    <dgm:cxn modelId="{F8DC82F9-8DA0-014E-91CE-45C0F76093DA}" type="presOf" srcId="{7C88663C-85B1-0C4C-9E29-497B549AF41A}" destId="{F5954EBE-2183-6848-A22B-C22B4FC438A6}" srcOrd="0" destOrd="0" presId="urn:microsoft.com/office/officeart/2005/8/layout/radial1"/>
    <dgm:cxn modelId="{71A2AE16-3E6C-7245-9C93-B74A347391DC}" type="presParOf" srcId="{BA8824A1-E7AD-2E49-8291-F22707F0CEF9}" destId="{9C71D6D5-B7CA-EF4C-B522-44353DF53B43}" srcOrd="0" destOrd="0" presId="urn:microsoft.com/office/officeart/2005/8/layout/radial1"/>
    <dgm:cxn modelId="{96E6E0A2-CA20-FA46-B8DE-3A98908898BD}" type="presParOf" srcId="{BA8824A1-E7AD-2E49-8291-F22707F0CEF9}" destId="{6C4087B4-B2AE-8646-A14A-FE4F92338EFF}" srcOrd="1" destOrd="0" presId="urn:microsoft.com/office/officeart/2005/8/layout/radial1"/>
    <dgm:cxn modelId="{FCE05400-B99F-3549-988D-168747E659E3}" type="presParOf" srcId="{6C4087B4-B2AE-8646-A14A-FE4F92338EFF}" destId="{F251B99A-0DF0-BF49-BB36-F0CE6AF2FC07}" srcOrd="0" destOrd="0" presId="urn:microsoft.com/office/officeart/2005/8/layout/radial1"/>
    <dgm:cxn modelId="{92B800A2-1A8E-3C47-9353-2CAF2046F658}" type="presParOf" srcId="{BA8824A1-E7AD-2E49-8291-F22707F0CEF9}" destId="{3AD78B77-EABC-034F-A24D-42789A353435}" srcOrd="2" destOrd="0" presId="urn:microsoft.com/office/officeart/2005/8/layout/radial1"/>
    <dgm:cxn modelId="{29430B31-05B2-9845-98AA-B9B7A74849B8}" type="presParOf" srcId="{BA8824A1-E7AD-2E49-8291-F22707F0CEF9}" destId="{335EE114-A913-C24D-A6E2-F8B3CEF37E7D}" srcOrd="3" destOrd="0" presId="urn:microsoft.com/office/officeart/2005/8/layout/radial1"/>
    <dgm:cxn modelId="{DCA18B3C-DB4C-2340-92A3-54EE169599FF}" type="presParOf" srcId="{335EE114-A913-C24D-A6E2-F8B3CEF37E7D}" destId="{72CF41E5-02D6-3240-995A-7ED82B80B8AB}" srcOrd="0" destOrd="0" presId="urn:microsoft.com/office/officeart/2005/8/layout/radial1"/>
    <dgm:cxn modelId="{3BDAA6CA-8EF0-3846-8E37-D45628FE3874}" type="presParOf" srcId="{BA8824A1-E7AD-2E49-8291-F22707F0CEF9}" destId="{4A4718D7-CA56-334F-876E-3337F674A0A5}" srcOrd="4" destOrd="0" presId="urn:microsoft.com/office/officeart/2005/8/layout/radial1"/>
    <dgm:cxn modelId="{F80F0662-7594-8F40-B673-1BC7B3E1A028}" type="presParOf" srcId="{BA8824A1-E7AD-2E49-8291-F22707F0CEF9}" destId="{4DCF1417-5B2B-1A40-9232-17D177D1B1CB}" srcOrd="5" destOrd="0" presId="urn:microsoft.com/office/officeart/2005/8/layout/radial1"/>
    <dgm:cxn modelId="{3592E506-8F3C-B042-B892-9168F54126E4}" type="presParOf" srcId="{4DCF1417-5B2B-1A40-9232-17D177D1B1CB}" destId="{502CE420-56A1-7042-B65B-1624171806A3}" srcOrd="0" destOrd="0" presId="urn:microsoft.com/office/officeart/2005/8/layout/radial1"/>
    <dgm:cxn modelId="{06372FB8-CBE3-8B44-AFFF-AFEBFC33DFFB}" type="presParOf" srcId="{BA8824A1-E7AD-2E49-8291-F22707F0CEF9}" destId="{CCD3BF21-84BF-5146-B255-A0E0263833F6}" srcOrd="6" destOrd="0" presId="urn:microsoft.com/office/officeart/2005/8/layout/radial1"/>
    <dgm:cxn modelId="{DE9577E9-E9C2-C046-B2B7-02B3A241C5F8}" type="presParOf" srcId="{BA8824A1-E7AD-2E49-8291-F22707F0CEF9}" destId="{6EC24BCE-04B8-A745-B759-BD1CA4F1BEBB}" srcOrd="7" destOrd="0" presId="urn:microsoft.com/office/officeart/2005/8/layout/radial1"/>
    <dgm:cxn modelId="{AB21F1C2-BC8F-4B4F-A329-C2A10E5B9305}" type="presParOf" srcId="{6EC24BCE-04B8-A745-B759-BD1CA4F1BEBB}" destId="{B4FE03F0-7E7E-C746-AEDD-B15F5D480A25}" srcOrd="0" destOrd="0" presId="urn:microsoft.com/office/officeart/2005/8/layout/radial1"/>
    <dgm:cxn modelId="{B75B3BB5-8180-0E49-89E5-2B8C32E6E6AC}" type="presParOf" srcId="{BA8824A1-E7AD-2E49-8291-F22707F0CEF9}" destId="{9B26AEDB-CD80-7F4C-B22D-23EB4A94325A}" srcOrd="8" destOrd="0" presId="urn:microsoft.com/office/officeart/2005/8/layout/radial1"/>
    <dgm:cxn modelId="{1F4959C4-F745-224D-BB7A-F28AE93C7327}" type="presParOf" srcId="{BA8824A1-E7AD-2E49-8291-F22707F0CEF9}" destId="{F9AA7CED-B6FB-3C44-8D45-B73F017BFE3E}" srcOrd="9" destOrd="0" presId="urn:microsoft.com/office/officeart/2005/8/layout/radial1"/>
    <dgm:cxn modelId="{31865547-7FCF-5646-9B82-0F6F9C00EDDC}" type="presParOf" srcId="{F9AA7CED-B6FB-3C44-8D45-B73F017BFE3E}" destId="{832863AF-2FBE-F949-BA3C-3CCFF8D65C72}" srcOrd="0" destOrd="0" presId="urn:microsoft.com/office/officeart/2005/8/layout/radial1"/>
    <dgm:cxn modelId="{1DDFB469-9087-3147-9D63-DBE15FD9BE1F}" type="presParOf" srcId="{BA8824A1-E7AD-2E49-8291-F22707F0CEF9}" destId="{F5954EBE-2183-6848-A22B-C22B4FC438A6}" srcOrd="10" destOrd="0" presId="urn:microsoft.com/office/officeart/2005/8/layout/radial1"/>
    <dgm:cxn modelId="{4CC42FCC-2557-4549-BDB6-0A7C322AEA29}" type="presParOf" srcId="{BA8824A1-E7AD-2E49-8291-F22707F0CEF9}" destId="{3B5B048C-69B2-4C44-8325-10B06F154873}" srcOrd="11" destOrd="0" presId="urn:microsoft.com/office/officeart/2005/8/layout/radial1"/>
    <dgm:cxn modelId="{DB08A0C1-9085-284D-BC83-5F9156AC4E16}" type="presParOf" srcId="{3B5B048C-69B2-4C44-8325-10B06F154873}" destId="{FF8F61A4-0F98-894C-9D67-6BA8A9FC4BED}" srcOrd="0" destOrd="0" presId="urn:microsoft.com/office/officeart/2005/8/layout/radial1"/>
    <dgm:cxn modelId="{2F6CC544-1DCA-184D-B73B-58EBB346AFAF}" type="presParOf" srcId="{BA8824A1-E7AD-2E49-8291-F22707F0CEF9}" destId="{F2339034-E363-974D-8FC1-58A42449584D}" srcOrd="12" destOrd="0" presId="urn:microsoft.com/office/officeart/2005/8/layout/radial1"/>
    <dgm:cxn modelId="{3E0CE24C-C04B-2749-9668-40BA365A24C6}" type="presParOf" srcId="{BA8824A1-E7AD-2E49-8291-F22707F0CEF9}" destId="{7254BB14-2476-BC46-84E3-6C8C133FB072}" srcOrd="13" destOrd="0" presId="urn:microsoft.com/office/officeart/2005/8/layout/radial1"/>
    <dgm:cxn modelId="{904DDE90-C249-3E40-BA61-016D2BE211A5}" type="presParOf" srcId="{7254BB14-2476-BC46-84E3-6C8C133FB072}" destId="{3180FA09-A8A5-A847-8824-CA69549C72FD}" srcOrd="0" destOrd="0" presId="urn:microsoft.com/office/officeart/2005/8/layout/radial1"/>
    <dgm:cxn modelId="{8F83A6B6-ED1B-A242-A48C-E1BB3D1D4CCA}" type="presParOf" srcId="{BA8824A1-E7AD-2E49-8291-F22707F0CEF9}" destId="{36730CE1-7915-A044-A1BB-7EBEE41610AE}" srcOrd="14" destOrd="0" presId="urn:microsoft.com/office/officeart/2005/8/layout/radial1"/>
    <dgm:cxn modelId="{D11D81F6-CA61-404E-A682-D097C89CB198}" type="presParOf" srcId="{BA8824A1-E7AD-2E49-8291-F22707F0CEF9}" destId="{F37AC3D5-914A-E246-A3E4-B6B38B975C4E}" srcOrd="15" destOrd="0" presId="urn:microsoft.com/office/officeart/2005/8/layout/radial1"/>
    <dgm:cxn modelId="{D4E5F2B5-E1F9-4949-B031-76AA2D1E7A48}" type="presParOf" srcId="{F37AC3D5-914A-E246-A3E4-B6B38B975C4E}" destId="{69B02038-85E1-5E40-A5A6-930D659AD246}" srcOrd="0" destOrd="0" presId="urn:microsoft.com/office/officeart/2005/8/layout/radial1"/>
    <dgm:cxn modelId="{6273152A-750A-0C46-BE38-11504C013074}" type="presParOf" srcId="{BA8824A1-E7AD-2E49-8291-F22707F0CEF9}" destId="{A80CC155-7FCA-B24C-A0B5-E3D7EE700208}" srcOrd="16" destOrd="0" presId="urn:microsoft.com/office/officeart/2005/8/layout/radial1"/>
    <dgm:cxn modelId="{5240EB07-DCED-D647-A347-FBB5ECDE7C87}" type="presParOf" srcId="{BA8824A1-E7AD-2E49-8291-F22707F0CEF9}" destId="{5932D01E-AF24-5A47-AC1F-632D223FCA0B}" srcOrd="17" destOrd="0" presId="urn:microsoft.com/office/officeart/2005/8/layout/radial1"/>
    <dgm:cxn modelId="{85720C7D-7CFC-C84E-A415-FCE77A297B06}" type="presParOf" srcId="{5932D01E-AF24-5A47-AC1F-632D223FCA0B}" destId="{C9751EE3-44E2-5D4E-95BA-203A08287AAF}" srcOrd="0" destOrd="0" presId="urn:microsoft.com/office/officeart/2005/8/layout/radial1"/>
    <dgm:cxn modelId="{29BDEC92-7605-1F49-B454-D206D0D17F23}" type="presParOf" srcId="{BA8824A1-E7AD-2E49-8291-F22707F0CEF9}" destId="{255934EB-1994-A44E-821D-1CAC575B03C3}" srcOrd="18" destOrd="0" presId="urn:microsoft.com/office/officeart/2005/8/layout/radial1"/>
    <dgm:cxn modelId="{C971236B-BBB2-6145-BAD2-064A90E392EF}" type="presParOf" srcId="{BA8824A1-E7AD-2E49-8291-F22707F0CEF9}" destId="{8A6F1EED-D54C-274E-8F24-2B3C0EBD9A3F}" srcOrd="19" destOrd="0" presId="urn:microsoft.com/office/officeart/2005/8/layout/radial1"/>
    <dgm:cxn modelId="{3DD01B1A-3534-DA40-A57A-857237FB3931}" type="presParOf" srcId="{8A6F1EED-D54C-274E-8F24-2B3C0EBD9A3F}" destId="{8A835576-6110-5D40-BB75-14C49019A8DC}" srcOrd="0" destOrd="0" presId="urn:microsoft.com/office/officeart/2005/8/layout/radial1"/>
    <dgm:cxn modelId="{4B5F7B13-639B-8E45-A51D-8C8B4922AFEC}" type="presParOf" srcId="{BA8824A1-E7AD-2E49-8291-F22707F0CEF9}" destId="{686CFC4A-7899-634E-956D-B3A69ED83876}" srcOrd="20" destOrd="0" presId="urn:microsoft.com/office/officeart/2005/8/layout/radial1"/>
    <dgm:cxn modelId="{2EE7433C-B519-CE41-B220-722C4FC21B3B}" type="presParOf" srcId="{BA8824A1-E7AD-2E49-8291-F22707F0CEF9}" destId="{8CB66207-BF18-8E4D-A069-F42A1540A52E}" srcOrd="21" destOrd="0" presId="urn:microsoft.com/office/officeart/2005/8/layout/radial1"/>
    <dgm:cxn modelId="{74E87808-3798-EF42-BB10-0D8EDF8ABED7}" type="presParOf" srcId="{8CB66207-BF18-8E4D-A069-F42A1540A52E}" destId="{6C424B86-304F-BA40-9F84-1E0F378E7FCA}" srcOrd="0" destOrd="0" presId="urn:microsoft.com/office/officeart/2005/8/layout/radial1"/>
    <dgm:cxn modelId="{3BE85B21-F809-2546-883C-E6EE4A9C6A38}" type="presParOf" srcId="{BA8824A1-E7AD-2E49-8291-F22707F0CEF9}" destId="{E9AD78D3-C8B8-4242-BA9C-0B521A8D1D1D}" srcOrd="22" destOrd="0" presId="urn:microsoft.com/office/officeart/2005/8/layout/radial1"/>
    <dgm:cxn modelId="{CA41FEFC-2D29-BF45-808A-8F3A05B22878}" type="presParOf" srcId="{BA8824A1-E7AD-2E49-8291-F22707F0CEF9}" destId="{2B4F5858-B868-2F43-88AF-F68C2A1DEC1E}" srcOrd="23" destOrd="0" presId="urn:microsoft.com/office/officeart/2005/8/layout/radial1"/>
    <dgm:cxn modelId="{2FF620C8-F30A-F448-AD03-55252B0E6E48}" type="presParOf" srcId="{2B4F5858-B868-2F43-88AF-F68C2A1DEC1E}" destId="{1C4EAEF4-1BE5-CE4D-B190-4342DF18BF7E}" srcOrd="0" destOrd="0" presId="urn:microsoft.com/office/officeart/2005/8/layout/radial1"/>
    <dgm:cxn modelId="{7F72315B-37DB-DB44-AB51-1B83AAF41912}" type="presParOf" srcId="{BA8824A1-E7AD-2E49-8291-F22707F0CEF9}" destId="{B21B4BA8-D513-784A-A1B5-19705808889E}" srcOrd="24" destOrd="0" presId="urn:microsoft.com/office/officeart/2005/8/layout/radia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71D6D5-B7CA-EF4C-B522-44353DF53B43}">
      <dsp:nvSpPr>
        <dsp:cNvPr id="0" name=""/>
        <dsp:cNvSpPr/>
      </dsp:nvSpPr>
      <dsp:spPr>
        <a:xfrm>
          <a:off x="3056557" y="1875304"/>
          <a:ext cx="1888217" cy="1771258"/>
        </a:xfrm>
        <a:prstGeom prst="ellipse">
          <a:avLst/>
        </a:prstGeom>
        <a:blipFill rotWithShape="0">
          <a:blip xmlns:r="http://schemas.openxmlformats.org/officeDocument/2006/relationships" r:embed="rId1"/>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altLang="zh-CN" sz="3200" kern="1200" dirty="0">
              <a:solidFill>
                <a:srgbClr val="0000FF"/>
              </a:solidFill>
            </a:rPr>
            <a:t>AI</a:t>
          </a:r>
          <a:endParaRPr lang="zh-CN" altLang="en-US" sz="3200" kern="1200" dirty="0">
            <a:solidFill>
              <a:srgbClr val="0000FF"/>
            </a:solidFill>
          </a:endParaRPr>
        </a:p>
      </dsp:txBody>
      <dsp:txXfrm>
        <a:off x="3333080" y="2134699"/>
        <a:ext cx="1335171" cy="1252468"/>
      </dsp:txXfrm>
    </dsp:sp>
    <dsp:sp modelId="{6C4087B4-B2AE-8646-A14A-FE4F92338EFF}">
      <dsp:nvSpPr>
        <dsp:cNvPr id="0" name=""/>
        <dsp:cNvSpPr/>
      </dsp:nvSpPr>
      <dsp:spPr>
        <a:xfrm rot="16297755">
          <a:off x="3539439" y="1365729"/>
          <a:ext cx="1001284" cy="18901"/>
        </a:xfrm>
        <a:custGeom>
          <a:avLst/>
          <a:gdLst/>
          <a:ahLst/>
          <a:cxnLst/>
          <a:rect l="0" t="0" r="0" b="0"/>
          <a:pathLst>
            <a:path>
              <a:moveTo>
                <a:pt x="0" y="9450"/>
              </a:moveTo>
              <a:lnTo>
                <a:pt x="1001284" y="94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015049" y="1350148"/>
        <a:ext cx="50064" cy="50064"/>
      </dsp:txXfrm>
    </dsp:sp>
    <dsp:sp modelId="{3AD78B77-EABC-034F-A24D-42789A353435}">
      <dsp:nvSpPr>
        <dsp:cNvPr id="0" name=""/>
        <dsp:cNvSpPr/>
      </dsp:nvSpPr>
      <dsp:spPr>
        <a:xfrm>
          <a:off x="3639445" y="20891"/>
          <a:ext cx="854022" cy="85402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工业</a:t>
          </a:r>
        </a:p>
      </dsp:txBody>
      <dsp:txXfrm>
        <a:off x="3764514" y="145960"/>
        <a:ext cx="603884" cy="603884"/>
      </dsp:txXfrm>
    </dsp:sp>
    <dsp:sp modelId="{335EE114-A913-C24D-A6E2-F8B3CEF37E7D}">
      <dsp:nvSpPr>
        <dsp:cNvPr id="0" name=""/>
        <dsp:cNvSpPr/>
      </dsp:nvSpPr>
      <dsp:spPr>
        <a:xfrm rot="17961644">
          <a:off x="4186924" y="1533257"/>
          <a:ext cx="998154" cy="18901"/>
        </a:xfrm>
        <a:custGeom>
          <a:avLst/>
          <a:gdLst/>
          <a:ahLst/>
          <a:cxnLst/>
          <a:rect l="0" t="0" r="0" b="0"/>
          <a:pathLst>
            <a:path>
              <a:moveTo>
                <a:pt x="0" y="9450"/>
              </a:moveTo>
              <a:lnTo>
                <a:pt x="998154" y="94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661047" y="1517754"/>
        <a:ext cx="49907" cy="49907"/>
      </dsp:txXfrm>
    </dsp:sp>
    <dsp:sp modelId="{4A4718D7-CA56-334F-876E-3337F674A0A5}">
      <dsp:nvSpPr>
        <dsp:cNvPr id="0" name=""/>
        <dsp:cNvSpPr/>
      </dsp:nvSpPr>
      <dsp:spPr>
        <a:xfrm>
          <a:off x="4713057" y="308564"/>
          <a:ext cx="854022" cy="85402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农业</a:t>
          </a:r>
        </a:p>
      </dsp:txBody>
      <dsp:txXfrm>
        <a:off x="4838126" y="433633"/>
        <a:ext cx="603884" cy="603884"/>
      </dsp:txXfrm>
    </dsp:sp>
    <dsp:sp modelId="{4DCF1417-5B2B-1A40-9232-17D177D1B1CB}">
      <dsp:nvSpPr>
        <dsp:cNvPr id="0" name=""/>
        <dsp:cNvSpPr/>
      </dsp:nvSpPr>
      <dsp:spPr>
        <a:xfrm rot="19633738">
          <a:off x="4704541" y="1996783"/>
          <a:ext cx="936982" cy="18901"/>
        </a:xfrm>
        <a:custGeom>
          <a:avLst/>
          <a:gdLst/>
          <a:ahLst/>
          <a:cxnLst/>
          <a:rect l="0" t="0" r="0" b="0"/>
          <a:pathLst>
            <a:path>
              <a:moveTo>
                <a:pt x="0" y="9450"/>
              </a:moveTo>
              <a:lnTo>
                <a:pt x="936982" y="94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149607" y="1982809"/>
        <a:ext cx="46849" cy="46849"/>
      </dsp:txXfrm>
    </dsp:sp>
    <dsp:sp modelId="{CCD3BF21-84BF-5146-B255-A0E0263833F6}">
      <dsp:nvSpPr>
        <dsp:cNvPr id="0" name=""/>
        <dsp:cNvSpPr/>
      </dsp:nvSpPr>
      <dsp:spPr>
        <a:xfrm>
          <a:off x="5498995" y="1094502"/>
          <a:ext cx="854022" cy="85402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电商</a:t>
          </a:r>
        </a:p>
      </dsp:txBody>
      <dsp:txXfrm>
        <a:off x="5624064" y="1219571"/>
        <a:ext cx="603884" cy="603884"/>
      </dsp:txXfrm>
    </dsp:sp>
    <dsp:sp modelId="{6EC24BCE-04B8-A745-B759-BD1CA4F1BEBB}">
      <dsp:nvSpPr>
        <dsp:cNvPr id="0" name=""/>
        <dsp:cNvSpPr/>
      </dsp:nvSpPr>
      <dsp:spPr>
        <a:xfrm rot="21342910">
          <a:off x="4940591" y="2649275"/>
          <a:ext cx="848456" cy="18901"/>
        </a:xfrm>
        <a:custGeom>
          <a:avLst/>
          <a:gdLst/>
          <a:ahLst/>
          <a:cxnLst/>
          <a:rect l="0" t="0" r="0" b="0"/>
          <a:pathLst>
            <a:path>
              <a:moveTo>
                <a:pt x="0" y="9450"/>
              </a:moveTo>
              <a:lnTo>
                <a:pt x="848456" y="94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343608" y="2637514"/>
        <a:ext cx="42422" cy="42422"/>
      </dsp:txXfrm>
    </dsp:sp>
    <dsp:sp modelId="{9B26AEDB-CD80-7F4C-B22D-23EB4A94325A}">
      <dsp:nvSpPr>
        <dsp:cNvPr id="0" name=""/>
        <dsp:cNvSpPr/>
      </dsp:nvSpPr>
      <dsp:spPr>
        <a:xfrm>
          <a:off x="5786669" y="2168114"/>
          <a:ext cx="854022" cy="85402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物流</a:t>
          </a:r>
        </a:p>
      </dsp:txBody>
      <dsp:txXfrm>
        <a:off x="5911738" y="2293183"/>
        <a:ext cx="603884" cy="603884"/>
      </dsp:txXfrm>
    </dsp:sp>
    <dsp:sp modelId="{F9AA7CED-B6FB-3C44-8D45-B73F017BFE3E}">
      <dsp:nvSpPr>
        <dsp:cNvPr id="0" name=""/>
        <dsp:cNvSpPr/>
      </dsp:nvSpPr>
      <dsp:spPr>
        <a:xfrm rot="1514640">
          <a:off x="4807490" y="3313197"/>
          <a:ext cx="769004" cy="18901"/>
        </a:xfrm>
        <a:custGeom>
          <a:avLst/>
          <a:gdLst/>
          <a:ahLst/>
          <a:cxnLst/>
          <a:rect l="0" t="0" r="0" b="0"/>
          <a:pathLst>
            <a:path>
              <a:moveTo>
                <a:pt x="0" y="9450"/>
              </a:moveTo>
              <a:lnTo>
                <a:pt x="769004" y="94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172768" y="3303422"/>
        <a:ext cx="38450" cy="38450"/>
      </dsp:txXfrm>
    </dsp:sp>
    <dsp:sp modelId="{F5954EBE-2183-6848-A22B-C22B4FC438A6}">
      <dsp:nvSpPr>
        <dsp:cNvPr id="0" name=""/>
        <dsp:cNvSpPr/>
      </dsp:nvSpPr>
      <dsp:spPr>
        <a:xfrm>
          <a:off x="5498995" y="3241726"/>
          <a:ext cx="854022" cy="85402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医疗</a:t>
          </a:r>
        </a:p>
      </dsp:txBody>
      <dsp:txXfrm>
        <a:off x="5624064" y="3366795"/>
        <a:ext cx="603884" cy="603884"/>
      </dsp:txXfrm>
    </dsp:sp>
    <dsp:sp modelId="{3B5B048C-69B2-4C44-8325-10B06F154873}">
      <dsp:nvSpPr>
        <dsp:cNvPr id="0" name=""/>
        <dsp:cNvSpPr/>
      </dsp:nvSpPr>
      <dsp:spPr>
        <a:xfrm rot="3364245">
          <a:off x="4347295" y="3795687"/>
          <a:ext cx="711641" cy="18901"/>
        </a:xfrm>
        <a:custGeom>
          <a:avLst/>
          <a:gdLst/>
          <a:ahLst/>
          <a:cxnLst/>
          <a:rect l="0" t="0" r="0" b="0"/>
          <a:pathLst>
            <a:path>
              <a:moveTo>
                <a:pt x="0" y="9450"/>
              </a:moveTo>
              <a:lnTo>
                <a:pt x="711641" y="94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685325" y="3787347"/>
        <a:ext cx="35582" cy="35582"/>
      </dsp:txXfrm>
    </dsp:sp>
    <dsp:sp modelId="{F2339034-E363-974D-8FC1-58A42449584D}">
      <dsp:nvSpPr>
        <dsp:cNvPr id="0" name=""/>
        <dsp:cNvSpPr/>
      </dsp:nvSpPr>
      <dsp:spPr>
        <a:xfrm>
          <a:off x="4713057" y="4027664"/>
          <a:ext cx="854022" cy="85402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教育</a:t>
          </a:r>
        </a:p>
      </dsp:txBody>
      <dsp:txXfrm>
        <a:off x="4838126" y="4152733"/>
        <a:ext cx="603884" cy="603884"/>
      </dsp:txXfrm>
    </dsp:sp>
    <dsp:sp modelId="{7254BB14-2476-BC46-84E3-6C8C133FB072}">
      <dsp:nvSpPr>
        <dsp:cNvPr id="0" name=""/>
        <dsp:cNvSpPr/>
      </dsp:nvSpPr>
      <dsp:spPr>
        <a:xfrm rot="5285895">
          <a:off x="3706268" y="3971402"/>
          <a:ext cx="669807" cy="18901"/>
        </a:xfrm>
        <a:custGeom>
          <a:avLst/>
          <a:gdLst/>
          <a:ahLst/>
          <a:cxnLst/>
          <a:rect l="0" t="0" r="0" b="0"/>
          <a:pathLst>
            <a:path>
              <a:moveTo>
                <a:pt x="0" y="9450"/>
              </a:moveTo>
              <a:lnTo>
                <a:pt x="669807" y="94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024427" y="3964108"/>
        <a:ext cx="33490" cy="33490"/>
      </dsp:txXfrm>
    </dsp:sp>
    <dsp:sp modelId="{36730CE1-7915-A044-A1BB-7EBEE41610AE}">
      <dsp:nvSpPr>
        <dsp:cNvPr id="0" name=""/>
        <dsp:cNvSpPr/>
      </dsp:nvSpPr>
      <dsp:spPr>
        <a:xfrm>
          <a:off x="3639445" y="4315337"/>
          <a:ext cx="854022" cy="85402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社交</a:t>
          </a:r>
        </a:p>
      </dsp:txBody>
      <dsp:txXfrm>
        <a:off x="3764514" y="4440406"/>
        <a:ext cx="603884" cy="603884"/>
      </dsp:txXfrm>
    </dsp:sp>
    <dsp:sp modelId="{F37AC3D5-914A-E246-A3E4-B6B38B975C4E}">
      <dsp:nvSpPr>
        <dsp:cNvPr id="0" name=""/>
        <dsp:cNvSpPr/>
      </dsp:nvSpPr>
      <dsp:spPr>
        <a:xfrm rot="7245226">
          <a:off x="3053844" y="3801533"/>
          <a:ext cx="644027" cy="18901"/>
        </a:xfrm>
        <a:custGeom>
          <a:avLst/>
          <a:gdLst/>
          <a:ahLst/>
          <a:cxnLst/>
          <a:rect l="0" t="0" r="0" b="0"/>
          <a:pathLst>
            <a:path>
              <a:moveTo>
                <a:pt x="0" y="9450"/>
              </a:moveTo>
              <a:lnTo>
                <a:pt x="644027" y="94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rot="10800000">
        <a:off x="3359758" y="3794883"/>
        <a:ext cx="32201" cy="32201"/>
      </dsp:txXfrm>
    </dsp:sp>
    <dsp:sp modelId="{A80CC155-7FCA-B24C-A0B5-E3D7EE700208}">
      <dsp:nvSpPr>
        <dsp:cNvPr id="0" name=""/>
        <dsp:cNvSpPr/>
      </dsp:nvSpPr>
      <dsp:spPr>
        <a:xfrm>
          <a:off x="2565834" y="4027664"/>
          <a:ext cx="854022" cy="85402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翻译</a:t>
          </a:r>
        </a:p>
      </dsp:txBody>
      <dsp:txXfrm>
        <a:off x="2690903" y="4152733"/>
        <a:ext cx="603884" cy="603884"/>
      </dsp:txXfrm>
    </dsp:sp>
    <dsp:sp modelId="{5932D01E-AF24-5A47-AC1F-632D223FCA0B}">
      <dsp:nvSpPr>
        <dsp:cNvPr id="0" name=""/>
        <dsp:cNvSpPr/>
      </dsp:nvSpPr>
      <dsp:spPr>
        <a:xfrm rot="9189390">
          <a:off x="2552768" y="3319229"/>
          <a:ext cx="652136" cy="18901"/>
        </a:xfrm>
        <a:custGeom>
          <a:avLst/>
          <a:gdLst/>
          <a:ahLst/>
          <a:cxnLst/>
          <a:rect l="0" t="0" r="0" b="0"/>
          <a:pathLst>
            <a:path>
              <a:moveTo>
                <a:pt x="0" y="9450"/>
              </a:moveTo>
              <a:lnTo>
                <a:pt x="652136" y="94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rot="10800000">
        <a:off x="2862533" y="3312377"/>
        <a:ext cx="32606" cy="32606"/>
      </dsp:txXfrm>
    </dsp:sp>
    <dsp:sp modelId="{255934EB-1994-A44E-821D-1CAC575B03C3}">
      <dsp:nvSpPr>
        <dsp:cNvPr id="0" name=""/>
        <dsp:cNvSpPr/>
      </dsp:nvSpPr>
      <dsp:spPr>
        <a:xfrm>
          <a:off x="1779895" y="3241726"/>
          <a:ext cx="854022" cy="85402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安全</a:t>
          </a:r>
        </a:p>
      </dsp:txBody>
      <dsp:txXfrm>
        <a:off x="1904964" y="3366795"/>
        <a:ext cx="603884" cy="603884"/>
      </dsp:txXfrm>
    </dsp:sp>
    <dsp:sp modelId="{8A6F1EED-D54C-274E-8F24-2B3C0EBD9A3F}">
      <dsp:nvSpPr>
        <dsp:cNvPr id="0" name=""/>
        <dsp:cNvSpPr/>
      </dsp:nvSpPr>
      <dsp:spPr>
        <a:xfrm rot="11073277">
          <a:off x="2343763" y="2648064"/>
          <a:ext cx="717312" cy="18901"/>
        </a:xfrm>
        <a:custGeom>
          <a:avLst/>
          <a:gdLst/>
          <a:ahLst/>
          <a:cxnLst/>
          <a:rect l="0" t="0" r="0" b="0"/>
          <a:pathLst>
            <a:path>
              <a:moveTo>
                <a:pt x="0" y="9450"/>
              </a:moveTo>
              <a:lnTo>
                <a:pt x="717312" y="94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rot="10800000">
        <a:off x="2684487" y="2639581"/>
        <a:ext cx="35865" cy="35865"/>
      </dsp:txXfrm>
    </dsp:sp>
    <dsp:sp modelId="{686CFC4A-7899-634E-956D-B3A69ED83876}">
      <dsp:nvSpPr>
        <dsp:cNvPr id="0" name=""/>
        <dsp:cNvSpPr/>
      </dsp:nvSpPr>
      <dsp:spPr>
        <a:xfrm>
          <a:off x="1492222" y="2168114"/>
          <a:ext cx="854022" cy="85402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机器人</a:t>
          </a:r>
        </a:p>
      </dsp:txBody>
      <dsp:txXfrm>
        <a:off x="1617291" y="2293183"/>
        <a:ext cx="603884" cy="603884"/>
      </dsp:txXfrm>
    </dsp:sp>
    <dsp:sp modelId="{8CB66207-BF18-8E4D-A069-F42A1540A52E}">
      <dsp:nvSpPr>
        <dsp:cNvPr id="0" name=""/>
        <dsp:cNvSpPr/>
      </dsp:nvSpPr>
      <dsp:spPr>
        <a:xfrm rot="12878581">
          <a:off x="2484696" y="1990524"/>
          <a:ext cx="829333" cy="18901"/>
        </a:xfrm>
        <a:custGeom>
          <a:avLst/>
          <a:gdLst/>
          <a:ahLst/>
          <a:cxnLst/>
          <a:rect l="0" t="0" r="0" b="0"/>
          <a:pathLst>
            <a:path>
              <a:moveTo>
                <a:pt x="0" y="9450"/>
              </a:moveTo>
              <a:lnTo>
                <a:pt x="829333" y="94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rot="10800000">
        <a:off x="2878630" y="1979241"/>
        <a:ext cx="41466" cy="41466"/>
      </dsp:txXfrm>
    </dsp:sp>
    <dsp:sp modelId="{E9AD78D3-C8B8-4242-BA9C-0B521A8D1D1D}">
      <dsp:nvSpPr>
        <dsp:cNvPr id="0" name=""/>
        <dsp:cNvSpPr/>
      </dsp:nvSpPr>
      <dsp:spPr>
        <a:xfrm>
          <a:off x="1779895" y="1094502"/>
          <a:ext cx="854022" cy="85402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娱乐</a:t>
          </a:r>
        </a:p>
      </dsp:txBody>
      <dsp:txXfrm>
        <a:off x="1904964" y="1219571"/>
        <a:ext cx="603884" cy="603884"/>
      </dsp:txXfrm>
    </dsp:sp>
    <dsp:sp modelId="{2B4F5858-B868-2F43-88AF-F68C2A1DEC1E}">
      <dsp:nvSpPr>
        <dsp:cNvPr id="0" name=""/>
        <dsp:cNvSpPr/>
      </dsp:nvSpPr>
      <dsp:spPr>
        <a:xfrm rot="14612701">
          <a:off x="2922772" y="1528698"/>
          <a:ext cx="938868" cy="18901"/>
        </a:xfrm>
        <a:custGeom>
          <a:avLst/>
          <a:gdLst/>
          <a:ahLst/>
          <a:cxnLst/>
          <a:rect l="0" t="0" r="0" b="0"/>
          <a:pathLst>
            <a:path>
              <a:moveTo>
                <a:pt x="0" y="9450"/>
              </a:moveTo>
              <a:lnTo>
                <a:pt x="938868" y="94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rot="10800000">
        <a:off x="3368735" y="1514677"/>
        <a:ext cx="46943" cy="46943"/>
      </dsp:txXfrm>
    </dsp:sp>
    <dsp:sp modelId="{B21B4BA8-D513-784A-A1B5-19705808889E}">
      <dsp:nvSpPr>
        <dsp:cNvPr id="0" name=""/>
        <dsp:cNvSpPr/>
      </dsp:nvSpPr>
      <dsp:spPr>
        <a:xfrm>
          <a:off x="2565834" y="308564"/>
          <a:ext cx="854022" cy="85402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汽车</a:t>
          </a:r>
        </a:p>
      </dsp:txBody>
      <dsp:txXfrm>
        <a:off x="2690903" y="433633"/>
        <a:ext cx="603884" cy="6038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3E1CF4-9257-E843-9ED8-937682356E18}">
      <dsp:nvSpPr>
        <dsp:cNvPr id="0" name=""/>
        <dsp:cNvSpPr/>
      </dsp:nvSpPr>
      <dsp:spPr>
        <a:xfrm>
          <a:off x="1277714" y="36768"/>
          <a:ext cx="1764870" cy="1764870"/>
        </a:xfrm>
        <a:prstGeom prst="ellipse">
          <a:avLst/>
        </a:prstGeom>
        <a:solidFill>
          <a:schemeClr val="accent5">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科技创新 核心</a:t>
          </a:r>
        </a:p>
      </dsp:txBody>
      <dsp:txXfrm>
        <a:off x="1513030" y="345620"/>
        <a:ext cx="1294238" cy="794191"/>
      </dsp:txXfrm>
    </dsp:sp>
    <dsp:sp modelId="{01FBF5AA-6892-304D-B2B8-C8D76E821F87}">
      <dsp:nvSpPr>
        <dsp:cNvPr id="0" name=""/>
        <dsp:cNvSpPr/>
      </dsp:nvSpPr>
      <dsp:spPr>
        <a:xfrm>
          <a:off x="1914538" y="1139811"/>
          <a:ext cx="1764870" cy="1764870"/>
        </a:xfrm>
        <a:prstGeom prst="ellipse">
          <a:avLst/>
        </a:prstGeom>
        <a:solidFill>
          <a:schemeClr val="accent5">
            <a:alpha val="50000"/>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科技产业制高点</a:t>
          </a:r>
        </a:p>
      </dsp:txBody>
      <dsp:txXfrm>
        <a:off x="2454294" y="1595736"/>
        <a:ext cx="1058922" cy="970678"/>
      </dsp:txXfrm>
    </dsp:sp>
    <dsp:sp modelId="{B1C43B42-F71A-8144-BFFF-006BC6135965}">
      <dsp:nvSpPr>
        <dsp:cNvPr id="0" name=""/>
        <dsp:cNvSpPr/>
      </dsp:nvSpPr>
      <dsp:spPr>
        <a:xfrm>
          <a:off x="640890" y="1139811"/>
          <a:ext cx="1764870" cy="1764870"/>
        </a:xfrm>
        <a:prstGeom prst="ellipse">
          <a:avLst/>
        </a:prstGeom>
        <a:solidFill>
          <a:schemeClr val="accent5">
            <a:alpha val="50000"/>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未来科技</a:t>
          </a:r>
          <a:r>
            <a:rPr lang="zh-CN" altLang="en-US" sz="2000" kern="1200" dirty="0">
              <a:solidFill>
                <a:srgbClr val="FF0000"/>
              </a:solidFill>
            </a:rPr>
            <a:t>发展引擎</a:t>
          </a:r>
        </a:p>
      </dsp:txBody>
      <dsp:txXfrm>
        <a:off x="807082" y="1595736"/>
        <a:ext cx="1058922" cy="9706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C7021F-FA69-E94E-9BD1-770AE559F435}">
      <dsp:nvSpPr>
        <dsp:cNvPr id="0" name=""/>
        <dsp:cNvSpPr/>
      </dsp:nvSpPr>
      <dsp:spPr>
        <a:xfrm>
          <a:off x="1444295" y="0"/>
          <a:ext cx="1624716" cy="1593128"/>
        </a:xfrm>
        <a:prstGeom prst="trapezoid">
          <a:avLst>
            <a:gd name="adj" fmla="val 50991"/>
          </a:avLst>
        </a:prstGeom>
        <a:solidFill>
          <a:schemeClr val="accent6"/>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US" altLang="zh-CN" sz="2000" kern="1200" dirty="0">
            <a:latin typeface="KaiTi" panose="02010609060101010101" pitchFamily="49" charset="-122"/>
            <a:ea typeface="KaiTi" panose="02010609060101010101" pitchFamily="49" charset="-122"/>
          </a:endParaRPr>
        </a:p>
        <a:p>
          <a:pPr marL="0" lvl="0" indent="0" algn="ctr" defTabSz="889000">
            <a:lnSpc>
              <a:spcPct val="90000"/>
            </a:lnSpc>
            <a:spcBef>
              <a:spcPct val="0"/>
            </a:spcBef>
            <a:spcAft>
              <a:spcPct val="35000"/>
            </a:spcAft>
            <a:buNone/>
          </a:pPr>
          <a:r>
            <a:rPr lang="zh-CN" altLang="en-US" sz="2000" kern="1200" dirty="0">
              <a:latin typeface="KaiTi" panose="02010609060101010101" pitchFamily="49" charset="-122"/>
              <a:ea typeface="KaiTi" panose="02010609060101010101" pitchFamily="49" charset="-122"/>
            </a:rPr>
            <a:t>模拟</a:t>
          </a:r>
          <a:endParaRPr lang="en-US" altLang="zh-CN" sz="2000" kern="1200" dirty="0">
            <a:latin typeface="KaiTi" panose="02010609060101010101" pitchFamily="49" charset="-122"/>
            <a:ea typeface="KaiTi" panose="02010609060101010101" pitchFamily="49" charset="-122"/>
          </a:endParaRPr>
        </a:p>
        <a:p>
          <a:pPr marL="0" lvl="0" indent="0" algn="ctr" defTabSz="889000">
            <a:lnSpc>
              <a:spcPct val="90000"/>
            </a:lnSpc>
            <a:spcBef>
              <a:spcPct val="0"/>
            </a:spcBef>
            <a:spcAft>
              <a:spcPct val="35000"/>
            </a:spcAft>
            <a:buNone/>
          </a:pPr>
          <a:r>
            <a:rPr lang="zh-CN" altLang="en-US" sz="2000" kern="1200" dirty="0">
              <a:latin typeface="KaiTi" panose="02010609060101010101" pitchFamily="49" charset="-122"/>
              <a:ea typeface="KaiTi" panose="02010609060101010101" pitchFamily="49" charset="-122"/>
            </a:rPr>
            <a:t>训练</a:t>
          </a:r>
        </a:p>
      </dsp:txBody>
      <dsp:txXfrm>
        <a:off x="1444295" y="0"/>
        <a:ext cx="1624716" cy="1593128"/>
      </dsp:txXfrm>
    </dsp:sp>
    <dsp:sp modelId="{6BB25BFB-88FA-0A4A-9E38-10CDE7834C34}">
      <dsp:nvSpPr>
        <dsp:cNvPr id="0" name=""/>
        <dsp:cNvSpPr/>
      </dsp:nvSpPr>
      <dsp:spPr>
        <a:xfrm>
          <a:off x="962863" y="1593128"/>
          <a:ext cx="2587580" cy="944143"/>
        </a:xfrm>
        <a:prstGeom prst="trapezoid">
          <a:avLst>
            <a:gd name="adj" fmla="val 50991"/>
          </a:avLst>
        </a:prstGeom>
        <a:solidFill>
          <a:schemeClr val="accent5"/>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latin typeface="KaiTi" panose="02010609060101010101" pitchFamily="49" charset="-122"/>
              <a:ea typeface="KaiTi" panose="02010609060101010101" pitchFamily="49" charset="-122"/>
            </a:rPr>
            <a:t>算法设计</a:t>
          </a:r>
        </a:p>
      </dsp:txBody>
      <dsp:txXfrm>
        <a:off x="1415689" y="1593128"/>
        <a:ext cx="1681927" cy="944143"/>
      </dsp:txXfrm>
    </dsp:sp>
    <dsp:sp modelId="{F7830525-9817-114E-892B-30D272A250AD}">
      <dsp:nvSpPr>
        <dsp:cNvPr id="0" name=""/>
        <dsp:cNvSpPr/>
      </dsp:nvSpPr>
      <dsp:spPr>
        <a:xfrm>
          <a:off x="481431" y="2537272"/>
          <a:ext cx="3550443" cy="944143"/>
        </a:xfrm>
        <a:prstGeom prst="trapezoid">
          <a:avLst>
            <a:gd name="adj" fmla="val 50991"/>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latin typeface="KaiTi" panose="02010609060101010101" pitchFamily="49" charset="-122"/>
              <a:ea typeface="KaiTi" panose="02010609060101010101" pitchFamily="49" charset="-122"/>
            </a:rPr>
            <a:t>数学模型</a:t>
          </a:r>
        </a:p>
      </dsp:txBody>
      <dsp:txXfrm>
        <a:off x="1102759" y="2537272"/>
        <a:ext cx="2307788" cy="944143"/>
      </dsp:txXfrm>
    </dsp:sp>
    <dsp:sp modelId="{9AB16547-86F7-4243-AF56-2CC4BF49295B}">
      <dsp:nvSpPr>
        <dsp:cNvPr id="0" name=""/>
        <dsp:cNvSpPr/>
      </dsp:nvSpPr>
      <dsp:spPr>
        <a:xfrm>
          <a:off x="0" y="3481415"/>
          <a:ext cx="4513306" cy="944143"/>
        </a:xfrm>
        <a:prstGeom prst="trapezoid">
          <a:avLst>
            <a:gd name="adj" fmla="val 50991"/>
          </a:avLst>
        </a:prstGeom>
        <a:solidFill>
          <a:srgbClr val="C00000"/>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latin typeface="KaiTi" panose="02010609060101010101" pitchFamily="49" charset="-122"/>
              <a:ea typeface="KaiTi" panose="02010609060101010101" pitchFamily="49" charset="-122"/>
            </a:rPr>
            <a:t>底层基础算法</a:t>
          </a:r>
        </a:p>
      </dsp:txBody>
      <dsp:txXfrm>
        <a:off x="789828" y="3481415"/>
        <a:ext cx="2933649" cy="9441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391249-5010-234D-BFEA-E6E62BE466F4}">
      <dsp:nvSpPr>
        <dsp:cNvPr id="0" name=""/>
        <dsp:cNvSpPr/>
      </dsp:nvSpPr>
      <dsp:spPr>
        <a:xfrm rot="5400000">
          <a:off x="3201896" y="-1420918"/>
          <a:ext cx="808064" cy="3856117"/>
        </a:xfrm>
        <a:prstGeom prst="round2SameRect">
          <a:avLst/>
        </a:prstGeom>
        <a:solidFill>
          <a:schemeClr val="accent5">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Font typeface="+mj-lt"/>
            <a:buNone/>
          </a:pPr>
          <a:r>
            <a:rPr lang="zh-CN" altLang="en-US" sz="2000" b="1" kern="1200" dirty="0">
              <a:latin typeface="KaiTi" panose="02010609060101010101" pitchFamily="49" charset="-122"/>
              <a:ea typeface="KaiTi" panose="02010609060101010101" pitchFamily="49" charset="-122"/>
            </a:rPr>
            <a:t>  </a:t>
          </a:r>
          <a:r>
            <a:rPr lang="zh-CN" sz="2000" b="1" kern="1200" dirty="0">
              <a:latin typeface="KaiTi" panose="02010609060101010101" pitchFamily="49" charset="-122"/>
              <a:ea typeface="KaiTi" panose="02010609060101010101" pitchFamily="49" charset="-122"/>
            </a:rPr>
            <a:t>过度强调理论，对工科专业偏重实践的特点较少考虑</a:t>
          </a:r>
          <a:endParaRPr lang="zh-CN" altLang="en-US" sz="2000" kern="1200" dirty="0">
            <a:latin typeface="KaiTi" panose="02010609060101010101" pitchFamily="49" charset="-122"/>
            <a:ea typeface="KaiTi" panose="02010609060101010101" pitchFamily="49" charset="-122"/>
            <a:cs typeface="Times New Roman" panose="02020603050405020304" pitchFamily="18" charset="0"/>
          </a:endParaRPr>
        </a:p>
      </dsp:txBody>
      <dsp:txXfrm rot="-5400000">
        <a:off x="1677870" y="142554"/>
        <a:ext cx="3816671" cy="729172"/>
      </dsp:txXfrm>
    </dsp:sp>
    <dsp:sp modelId="{FD9674AA-A84A-DF40-B511-74F47C5619D6}">
      <dsp:nvSpPr>
        <dsp:cNvPr id="0" name=""/>
        <dsp:cNvSpPr/>
      </dsp:nvSpPr>
      <dsp:spPr>
        <a:xfrm>
          <a:off x="485079" y="2100"/>
          <a:ext cx="1192791" cy="1010080"/>
        </a:xfrm>
        <a:prstGeom prst="roundRect">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82880" tIns="91440" rIns="182880" bIns="91440" numCol="1" spcCol="1270" anchor="ctr" anchorCtr="0">
          <a:noAutofit/>
        </a:bodyPr>
        <a:lstStyle/>
        <a:p>
          <a:pPr marL="0" lvl="0" indent="0" algn="ctr" defTabSz="2133600">
            <a:lnSpc>
              <a:spcPct val="90000"/>
            </a:lnSpc>
            <a:spcBef>
              <a:spcPct val="0"/>
            </a:spcBef>
            <a:spcAft>
              <a:spcPct val="35000"/>
            </a:spcAft>
            <a:buNone/>
          </a:pPr>
          <a:r>
            <a:rPr lang="zh-CN" altLang="en-US" sz="4800" kern="1200" dirty="0">
              <a:latin typeface="KaiTi" panose="02010609060101010101" pitchFamily="49" charset="-122"/>
              <a:ea typeface="KaiTi" panose="02010609060101010101" pitchFamily="49" charset="-122"/>
              <a:cs typeface="Times New Roman" panose="02020603050405020304" pitchFamily="18" charset="0"/>
            </a:rPr>
            <a:t>学</a:t>
          </a:r>
        </a:p>
      </dsp:txBody>
      <dsp:txXfrm>
        <a:off x="534387" y="51408"/>
        <a:ext cx="1094175" cy="911464"/>
      </dsp:txXfrm>
    </dsp:sp>
    <dsp:sp modelId="{320F8E81-12D6-5B4B-A66B-6FC58DFB1F77}">
      <dsp:nvSpPr>
        <dsp:cNvPr id="0" name=""/>
        <dsp:cNvSpPr/>
      </dsp:nvSpPr>
      <dsp:spPr>
        <a:xfrm rot="5400000">
          <a:off x="3201874" y="-360333"/>
          <a:ext cx="808064" cy="3856117"/>
        </a:xfrm>
        <a:prstGeom prst="round2SameRect">
          <a:avLst/>
        </a:prstGeom>
        <a:solidFill>
          <a:schemeClr val="accent5">
            <a:tint val="40000"/>
            <a:alpha val="90000"/>
            <a:hueOff val="-2246587"/>
            <a:satOff val="-7611"/>
            <a:lumOff val="-97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Font typeface="+mj-lt"/>
            <a:buNone/>
          </a:pPr>
          <a:r>
            <a:rPr lang="zh-CN" altLang="en-US" sz="2000" b="1" kern="1200" dirty="0">
              <a:latin typeface="KaiTi" panose="02010609060101010101" pitchFamily="49" charset="-122"/>
              <a:ea typeface="KaiTi" panose="02010609060101010101" pitchFamily="49" charset="-122"/>
            </a:rPr>
            <a:t>  </a:t>
          </a:r>
          <a:r>
            <a:rPr lang="zh-CN" sz="2000" b="1" kern="1200" dirty="0">
              <a:latin typeface="KaiTi" panose="02010609060101010101" pitchFamily="49" charset="-122"/>
              <a:ea typeface="KaiTi" panose="02010609060101010101" pitchFamily="49" charset="-122"/>
            </a:rPr>
            <a:t>教材内容滞后于人工智能的迅速发展</a:t>
          </a:r>
          <a:endParaRPr lang="zh-CN" altLang="en-US" sz="2000" kern="1200" dirty="0">
            <a:latin typeface="KaiTi" panose="02010609060101010101" pitchFamily="49" charset="-122"/>
            <a:ea typeface="KaiTi" panose="02010609060101010101" pitchFamily="49" charset="-122"/>
            <a:cs typeface="Times New Roman" panose="02020603050405020304" pitchFamily="18" charset="0"/>
          </a:endParaRPr>
        </a:p>
      </dsp:txBody>
      <dsp:txXfrm rot="-5400000">
        <a:off x="1677848" y="1203139"/>
        <a:ext cx="3816671" cy="729172"/>
      </dsp:txXfrm>
    </dsp:sp>
    <dsp:sp modelId="{A1A34790-DB72-FD4B-94B9-779FC6B0E0D9}">
      <dsp:nvSpPr>
        <dsp:cNvPr id="0" name=""/>
        <dsp:cNvSpPr/>
      </dsp:nvSpPr>
      <dsp:spPr>
        <a:xfrm>
          <a:off x="485079" y="1062684"/>
          <a:ext cx="1192769" cy="1010080"/>
        </a:xfrm>
        <a:prstGeom prst="roundRect">
          <a:avLst/>
        </a:prstGeom>
        <a:solidFill>
          <a:schemeClr val="accent5">
            <a:hueOff val="-2252848"/>
            <a:satOff val="-5806"/>
            <a:lumOff val="-3922"/>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82880" tIns="91440" rIns="182880" bIns="91440" numCol="1" spcCol="1270" anchor="ctr" anchorCtr="0">
          <a:noAutofit/>
        </a:bodyPr>
        <a:lstStyle/>
        <a:p>
          <a:pPr marL="0" lvl="0" indent="0" algn="ctr" defTabSz="2133600">
            <a:lnSpc>
              <a:spcPct val="90000"/>
            </a:lnSpc>
            <a:spcBef>
              <a:spcPct val="0"/>
            </a:spcBef>
            <a:spcAft>
              <a:spcPct val="35000"/>
            </a:spcAft>
            <a:buNone/>
          </a:pPr>
          <a:r>
            <a:rPr lang="zh-CN" altLang="en-US" sz="4800" kern="1200" dirty="0">
              <a:latin typeface="KaiTi" panose="02010609060101010101" pitchFamily="49" charset="-122"/>
              <a:ea typeface="KaiTi" panose="02010609060101010101" pitchFamily="49" charset="-122"/>
              <a:cs typeface="Times New Roman" panose="02020603050405020304" pitchFamily="18" charset="0"/>
            </a:rPr>
            <a:t>情</a:t>
          </a:r>
        </a:p>
      </dsp:txBody>
      <dsp:txXfrm>
        <a:off x="534387" y="1111992"/>
        <a:ext cx="1094153" cy="911464"/>
      </dsp:txXfrm>
    </dsp:sp>
    <dsp:sp modelId="{76EB236A-FB8E-1F4F-A259-56E8753C4EA7}">
      <dsp:nvSpPr>
        <dsp:cNvPr id="0" name=""/>
        <dsp:cNvSpPr/>
      </dsp:nvSpPr>
      <dsp:spPr>
        <a:xfrm rot="5400000">
          <a:off x="3201874" y="700250"/>
          <a:ext cx="808064" cy="3856117"/>
        </a:xfrm>
        <a:prstGeom prst="round2SameRect">
          <a:avLst/>
        </a:prstGeom>
        <a:solidFill>
          <a:schemeClr val="accent5">
            <a:tint val="40000"/>
            <a:alpha val="90000"/>
            <a:hueOff val="-4493175"/>
            <a:satOff val="-15221"/>
            <a:lumOff val="-1952"/>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Font typeface="+mj-lt"/>
            <a:buNone/>
          </a:pPr>
          <a:r>
            <a:rPr lang="zh-CN" altLang="en-US" sz="2000" b="1" kern="1200" dirty="0">
              <a:latin typeface="KaiTi" panose="02010609060101010101" pitchFamily="49" charset="-122"/>
              <a:ea typeface="KaiTi" panose="02010609060101010101" pitchFamily="49" charset="-122"/>
            </a:rPr>
            <a:t>  </a:t>
          </a:r>
          <a:r>
            <a:rPr lang="zh-CN" sz="2000" b="1" kern="1200" dirty="0">
              <a:latin typeface="KaiTi" panose="02010609060101010101" pitchFamily="49" charset="-122"/>
              <a:ea typeface="KaiTi" panose="02010609060101010101" pitchFamily="49" charset="-122"/>
            </a:rPr>
            <a:t>数学从理论到付诸应用之间存在巨大鸿沟，涉及多种思维</a:t>
          </a:r>
          <a:endParaRPr lang="zh-CN" altLang="en-US" sz="2000" kern="1200" dirty="0">
            <a:latin typeface="KaiTi" panose="02010609060101010101" pitchFamily="49" charset="-122"/>
            <a:ea typeface="KaiTi" panose="02010609060101010101" pitchFamily="49" charset="-122"/>
            <a:cs typeface="Times New Roman" panose="02020603050405020304" pitchFamily="18" charset="0"/>
          </a:endParaRPr>
        </a:p>
      </dsp:txBody>
      <dsp:txXfrm rot="-5400000">
        <a:off x="1677848" y="2263722"/>
        <a:ext cx="3816671" cy="729172"/>
      </dsp:txXfrm>
    </dsp:sp>
    <dsp:sp modelId="{30B62F83-050B-8A46-A728-08C33B3190B4}">
      <dsp:nvSpPr>
        <dsp:cNvPr id="0" name=""/>
        <dsp:cNvSpPr/>
      </dsp:nvSpPr>
      <dsp:spPr>
        <a:xfrm>
          <a:off x="485079" y="2123269"/>
          <a:ext cx="1192769" cy="1010080"/>
        </a:xfrm>
        <a:prstGeom prst="roundRect">
          <a:avLst/>
        </a:prstGeom>
        <a:solidFill>
          <a:schemeClr val="accent5">
            <a:hueOff val="-4505695"/>
            <a:satOff val="-11613"/>
            <a:lumOff val="-7843"/>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82880" tIns="91440" rIns="182880" bIns="91440" numCol="1" spcCol="1270" anchor="ctr" anchorCtr="0">
          <a:noAutofit/>
        </a:bodyPr>
        <a:lstStyle/>
        <a:p>
          <a:pPr marL="0" lvl="0" indent="0" algn="ctr" defTabSz="2133600">
            <a:lnSpc>
              <a:spcPct val="90000"/>
            </a:lnSpc>
            <a:spcBef>
              <a:spcPct val="0"/>
            </a:spcBef>
            <a:spcAft>
              <a:spcPct val="35000"/>
            </a:spcAft>
            <a:buNone/>
          </a:pPr>
          <a:r>
            <a:rPr lang="zh-CN" altLang="en-US" sz="4800" kern="1200">
              <a:latin typeface="KaiTi" panose="02010609060101010101" pitchFamily="49" charset="-122"/>
              <a:ea typeface="KaiTi" panose="02010609060101010101" pitchFamily="49" charset="-122"/>
              <a:cs typeface="Times New Roman" panose="02020603050405020304" pitchFamily="18" charset="0"/>
            </a:rPr>
            <a:t>分</a:t>
          </a:r>
          <a:endParaRPr lang="zh-CN" altLang="en-US" sz="4800" kern="1200" dirty="0">
            <a:latin typeface="KaiTi" panose="02010609060101010101" pitchFamily="49" charset="-122"/>
            <a:ea typeface="KaiTi" panose="02010609060101010101" pitchFamily="49" charset="-122"/>
            <a:cs typeface="Times New Roman" panose="02020603050405020304" pitchFamily="18" charset="0"/>
          </a:endParaRPr>
        </a:p>
      </dsp:txBody>
      <dsp:txXfrm>
        <a:off x="534387" y="2172577"/>
        <a:ext cx="1094153" cy="911464"/>
      </dsp:txXfrm>
    </dsp:sp>
    <dsp:sp modelId="{7436A075-4DA0-2A49-B51B-8F0E767AEDFA}">
      <dsp:nvSpPr>
        <dsp:cNvPr id="0" name=""/>
        <dsp:cNvSpPr/>
      </dsp:nvSpPr>
      <dsp:spPr>
        <a:xfrm rot="5400000">
          <a:off x="3208013" y="1760835"/>
          <a:ext cx="808064" cy="3856117"/>
        </a:xfrm>
        <a:prstGeom prst="round2SameRect">
          <a:avLst/>
        </a:prstGeom>
        <a:solidFill>
          <a:schemeClr val="accent5">
            <a:tint val="40000"/>
            <a:alpha val="90000"/>
            <a:hueOff val="-6739762"/>
            <a:satOff val="-22832"/>
            <a:lumOff val="-2928"/>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Font typeface="+mj-lt"/>
            <a:buNone/>
          </a:pPr>
          <a:r>
            <a:rPr lang="zh-CN" altLang="en-US" sz="2000" b="1" kern="1200" dirty="0">
              <a:latin typeface="KaiTi" panose="02010609060101010101" pitchFamily="49" charset="-122"/>
              <a:ea typeface="KaiTi" panose="02010609060101010101" pitchFamily="49" charset="-122"/>
            </a:rPr>
            <a:t>  </a:t>
          </a:r>
          <a:r>
            <a:rPr lang="zh-CN" sz="2000" b="1" kern="1200" dirty="0">
              <a:latin typeface="KaiTi" panose="02010609060101010101" pitchFamily="49" charset="-122"/>
              <a:ea typeface="KaiTi" panose="02010609060101010101" pitchFamily="49" charset="-122"/>
            </a:rPr>
            <a:t>学生参与度低，学习兴趣不高，加剧对数学课程的畏难</a:t>
          </a:r>
          <a:endParaRPr lang="zh-CN" altLang="en-US" sz="2000" kern="1200" dirty="0">
            <a:latin typeface="KaiTi" panose="02010609060101010101" pitchFamily="49" charset="-122"/>
            <a:ea typeface="KaiTi" panose="02010609060101010101" pitchFamily="49" charset="-122"/>
            <a:cs typeface="Times New Roman" panose="02020603050405020304" pitchFamily="18" charset="0"/>
          </a:endParaRPr>
        </a:p>
      </dsp:txBody>
      <dsp:txXfrm rot="-5400000">
        <a:off x="1683987" y="3324307"/>
        <a:ext cx="3816671" cy="729172"/>
      </dsp:txXfrm>
    </dsp:sp>
    <dsp:sp modelId="{3A2CACEC-8B35-6740-A36D-820AAE4AE6C6}">
      <dsp:nvSpPr>
        <dsp:cNvPr id="0" name=""/>
        <dsp:cNvSpPr/>
      </dsp:nvSpPr>
      <dsp:spPr>
        <a:xfrm>
          <a:off x="485079" y="3183853"/>
          <a:ext cx="1198907" cy="1010080"/>
        </a:xfrm>
        <a:prstGeom prst="roundRect">
          <a:avLst/>
        </a:prstGeom>
        <a:solidFill>
          <a:schemeClr val="accent5">
            <a:hueOff val="-6758543"/>
            <a:satOff val="-17419"/>
            <a:lumOff val="-1176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82880" tIns="91440" rIns="182880" bIns="91440" numCol="1" spcCol="1270" anchor="ctr" anchorCtr="0">
          <a:noAutofit/>
        </a:bodyPr>
        <a:lstStyle/>
        <a:p>
          <a:pPr marL="0" lvl="0" indent="0" algn="ctr" defTabSz="2133600">
            <a:lnSpc>
              <a:spcPct val="90000"/>
            </a:lnSpc>
            <a:spcBef>
              <a:spcPct val="0"/>
            </a:spcBef>
            <a:spcAft>
              <a:spcPct val="35000"/>
            </a:spcAft>
            <a:buNone/>
          </a:pPr>
          <a:r>
            <a:rPr lang="zh-CN" altLang="en-US" sz="4800" kern="1200">
              <a:latin typeface="KaiTi" panose="02010609060101010101" pitchFamily="49" charset="-122"/>
              <a:ea typeface="KaiTi" panose="02010609060101010101" pitchFamily="49" charset="-122"/>
              <a:cs typeface="Times New Roman" panose="02020603050405020304" pitchFamily="18" charset="0"/>
            </a:rPr>
            <a:t>析</a:t>
          </a:r>
          <a:endParaRPr lang="zh-CN" altLang="en-US" sz="4800" kern="1200" dirty="0">
            <a:latin typeface="KaiTi" panose="02010609060101010101" pitchFamily="49" charset="-122"/>
            <a:ea typeface="KaiTi" panose="02010609060101010101" pitchFamily="49" charset="-122"/>
            <a:cs typeface="Times New Roman" panose="02020603050405020304" pitchFamily="18" charset="0"/>
          </a:endParaRPr>
        </a:p>
      </dsp:txBody>
      <dsp:txXfrm>
        <a:off x="534387" y="3233161"/>
        <a:ext cx="1100291" cy="91146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391249-5010-234D-BFEA-E6E62BE466F4}">
      <dsp:nvSpPr>
        <dsp:cNvPr id="0" name=""/>
        <dsp:cNvSpPr/>
      </dsp:nvSpPr>
      <dsp:spPr>
        <a:xfrm rot="5400000">
          <a:off x="3201896" y="-1420918"/>
          <a:ext cx="808064" cy="3856117"/>
        </a:xfrm>
        <a:prstGeom prst="round2SameRect">
          <a:avLst/>
        </a:prstGeom>
        <a:solidFill>
          <a:schemeClr val="accent5">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Font typeface="+mj-lt"/>
            <a:buNone/>
          </a:pPr>
          <a:r>
            <a:rPr lang="zh-CN" altLang="en-US" sz="2000" b="1" kern="1200" dirty="0">
              <a:latin typeface="KaiTi" panose="02010609060101010101" pitchFamily="49" charset="-122"/>
              <a:ea typeface="KaiTi" panose="02010609060101010101" pitchFamily="49" charset="-122"/>
            </a:rPr>
            <a:t>  过度强调理论，对工科专业偏重实践的特点较少考虑</a:t>
          </a:r>
          <a:endParaRPr lang="zh-CN" altLang="en-US" sz="2000" kern="1200" dirty="0">
            <a:latin typeface="KaiTi" panose="02010609060101010101" pitchFamily="49" charset="-122"/>
            <a:ea typeface="KaiTi" panose="02010609060101010101" pitchFamily="49" charset="-122"/>
            <a:cs typeface="Times New Roman" panose="02020603050405020304" pitchFamily="18" charset="0"/>
          </a:endParaRPr>
        </a:p>
      </dsp:txBody>
      <dsp:txXfrm rot="-5400000">
        <a:off x="1677870" y="142554"/>
        <a:ext cx="3816671" cy="729172"/>
      </dsp:txXfrm>
    </dsp:sp>
    <dsp:sp modelId="{FD9674AA-A84A-DF40-B511-74F47C5619D6}">
      <dsp:nvSpPr>
        <dsp:cNvPr id="0" name=""/>
        <dsp:cNvSpPr/>
      </dsp:nvSpPr>
      <dsp:spPr>
        <a:xfrm>
          <a:off x="485079" y="2100"/>
          <a:ext cx="1192791" cy="1010080"/>
        </a:xfrm>
        <a:prstGeom prst="roundRect">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82880" tIns="91440" rIns="182880" bIns="91440" numCol="1" spcCol="1270" anchor="ctr" anchorCtr="0">
          <a:noAutofit/>
        </a:bodyPr>
        <a:lstStyle/>
        <a:p>
          <a:pPr marL="0" lvl="0" indent="0" algn="ctr" defTabSz="2133600">
            <a:lnSpc>
              <a:spcPct val="90000"/>
            </a:lnSpc>
            <a:spcBef>
              <a:spcPct val="0"/>
            </a:spcBef>
            <a:spcAft>
              <a:spcPct val="35000"/>
            </a:spcAft>
            <a:buNone/>
          </a:pPr>
          <a:r>
            <a:rPr lang="zh-CN" altLang="en-US" sz="4800" kern="1200" dirty="0">
              <a:latin typeface="KaiTi" panose="02010609060101010101" pitchFamily="49" charset="-122"/>
              <a:ea typeface="KaiTi" panose="02010609060101010101" pitchFamily="49" charset="-122"/>
              <a:cs typeface="Times New Roman" panose="02020603050405020304" pitchFamily="18" charset="0"/>
            </a:rPr>
            <a:t>学</a:t>
          </a:r>
        </a:p>
      </dsp:txBody>
      <dsp:txXfrm>
        <a:off x="534387" y="51408"/>
        <a:ext cx="1094175" cy="911464"/>
      </dsp:txXfrm>
    </dsp:sp>
    <dsp:sp modelId="{320F8E81-12D6-5B4B-A66B-6FC58DFB1F77}">
      <dsp:nvSpPr>
        <dsp:cNvPr id="0" name=""/>
        <dsp:cNvSpPr/>
      </dsp:nvSpPr>
      <dsp:spPr>
        <a:xfrm rot="5400000">
          <a:off x="3201874" y="-360333"/>
          <a:ext cx="808064" cy="3856117"/>
        </a:xfrm>
        <a:prstGeom prst="round2SameRect">
          <a:avLst/>
        </a:prstGeom>
        <a:solidFill>
          <a:schemeClr val="accent5">
            <a:tint val="40000"/>
            <a:alpha val="90000"/>
            <a:hueOff val="-2246587"/>
            <a:satOff val="-7611"/>
            <a:lumOff val="-97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Font typeface="+mj-lt"/>
            <a:buNone/>
          </a:pPr>
          <a:r>
            <a:rPr lang="zh-CN" altLang="en-US" sz="2000" b="1" kern="1200" dirty="0">
              <a:latin typeface="KaiTi" panose="02010609060101010101" pitchFamily="49" charset="-122"/>
              <a:ea typeface="KaiTi" panose="02010609060101010101" pitchFamily="49" charset="-122"/>
            </a:rPr>
            <a:t>  教材内容滞后于人工智能的迅速发展</a:t>
          </a:r>
          <a:endParaRPr lang="zh-CN" altLang="en-US" sz="2000" kern="1200" dirty="0">
            <a:latin typeface="KaiTi" panose="02010609060101010101" pitchFamily="49" charset="-122"/>
            <a:ea typeface="KaiTi" panose="02010609060101010101" pitchFamily="49" charset="-122"/>
            <a:cs typeface="Times New Roman" panose="02020603050405020304" pitchFamily="18" charset="0"/>
          </a:endParaRPr>
        </a:p>
      </dsp:txBody>
      <dsp:txXfrm rot="-5400000">
        <a:off x="1677848" y="1203139"/>
        <a:ext cx="3816671" cy="729172"/>
      </dsp:txXfrm>
    </dsp:sp>
    <dsp:sp modelId="{A1A34790-DB72-FD4B-94B9-779FC6B0E0D9}">
      <dsp:nvSpPr>
        <dsp:cNvPr id="0" name=""/>
        <dsp:cNvSpPr/>
      </dsp:nvSpPr>
      <dsp:spPr>
        <a:xfrm>
          <a:off x="485079" y="1062684"/>
          <a:ext cx="1192769" cy="1010080"/>
        </a:xfrm>
        <a:prstGeom prst="roundRect">
          <a:avLst/>
        </a:prstGeom>
        <a:solidFill>
          <a:schemeClr val="accent5">
            <a:hueOff val="-2252848"/>
            <a:satOff val="-5806"/>
            <a:lumOff val="-3922"/>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82880" tIns="91440" rIns="182880" bIns="91440" numCol="1" spcCol="1270" anchor="ctr" anchorCtr="0">
          <a:noAutofit/>
        </a:bodyPr>
        <a:lstStyle/>
        <a:p>
          <a:pPr marL="0" lvl="0" indent="0" algn="ctr" defTabSz="2133600">
            <a:lnSpc>
              <a:spcPct val="90000"/>
            </a:lnSpc>
            <a:spcBef>
              <a:spcPct val="0"/>
            </a:spcBef>
            <a:spcAft>
              <a:spcPct val="35000"/>
            </a:spcAft>
            <a:buNone/>
          </a:pPr>
          <a:r>
            <a:rPr lang="zh-CN" altLang="en-US" sz="4800" kern="1200" dirty="0">
              <a:latin typeface="KaiTi" panose="02010609060101010101" pitchFamily="49" charset="-122"/>
              <a:ea typeface="KaiTi" panose="02010609060101010101" pitchFamily="49" charset="-122"/>
              <a:cs typeface="Times New Roman" panose="02020603050405020304" pitchFamily="18" charset="0"/>
            </a:rPr>
            <a:t>情</a:t>
          </a:r>
        </a:p>
      </dsp:txBody>
      <dsp:txXfrm>
        <a:off x="534387" y="1111992"/>
        <a:ext cx="1094153" cy="911464"/>
      </dsp:txXfrm>
    </dsp:sp>
    <dsp:sp modelId="{76EB236A-FB8E-1F4F-A259-56E8753C4EA7}">
      <dsp:nvSpPr>
        <dsp:cNvPr id="0" name=""/>
        <dsp:cNvSpPr/>
      </dsp:nvSpPr>
      <dsp:spPr>
        <a:xfrm rot="5400000">
          <a:off x="3201874" y="700250"/>
          <a:ext cx="808064" cy="3856117"/>
        </a:xfrm>
        <a:prstGeom prst="round2SameRect">
          <a:avLst/>
        </a:prstGeom>
        <a:solidFill>
          <a:schemeClr val="accent5">
            <a:tint val="40000"/>
            <a:alpha val="90000"/>
            <a:hueOff val="-4493175"/>
            <a:satOff val="-15221"/>
            <a:lumOff val="-1952"/>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Font typeface="+mj-lt"/>
            <a:buNone/>
          </a:pPr>
          <a:r>
            <a:rPr lang="zh-CN" altLang="en-US" sz="2000" b="1" kern="1200" dirty="0">
              <a:latin typeface="KaiTi" panose="02010609060101010101" pitchFamily="49" charset="-122"/>
              <a:ea typeface="KaiTi" panose="02010609060101010101" pitchFamily="49" charset="-122"/>
            </a:rPr>
            <a:t>  数学从理论到付诸应用之间存在巨大鸿沟，涉及多种思维</a:t>
          </a:r>
          <a:endParaRPr lang="zh-CN" altLang="en-US" sz="2000" kern="1200" dirty="0">
            <a:latin typeface="KaiTi" panose="02010609060101010101" pitchFamily="49" charset="-122"/>
            <a:ea typeface="KaiTi" panose="02010609060101010101" pitchFamily="49" charset="-122"/>
            <a:cs typeface="Times New Roman" panose="02020603050405020304" pitchFamily="18" charset="0"/>
          </a:endParaRPr>
        </a:p>
      </dsp:txBody>
      <dsp:txXfrm rot="-5400000">
        <a:off x="1677848" y="2263722"/>
        <a:ext cx="3816671" cy="729172"/>
      </dsp:txXfrm>
    </dsp:sp>
    <dsp:sp modelId="{30B62F83-050B-8A46-A728-08C33B3190B4}">
      <dsp:nvSpPr>
        <dsp:cNvPr id="0" name=""/>
        <dsp:cNvSpPr/>
      </dsp:nvSpPr>
      <dsp:spPr>
        <a:xfrm>
          <a:off x="485079" y="2123269"/>
          <a:ext cx="1192769" cy="1010080"/>
        </a:xfrm>
        <a:prstGeom prst="roundRect">
          <a:avLst/>
        </a:prstGeom>
        <a:solidFill>
          <a:schemeClr val="accent5">
            <a:hueOff val="-4505695"/>
            <a:satOff val="-11613"/>
            <a:lumOff val="-7843"/>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82880" tIns="91440" rIns="182880" bIns="91440" numCol="1" spcCol="1270" anchor="ctr" anchorCtr="0">
          <a:noAutofit/>
        </a:bodyPr>
        <a:lstStyle/>
        <a:p>
          <a:pPr marL="0" lvl="0" indent="0" algn="ctr" defTabSz="2133600">
            <a:lnSpc>
              <a:spcPct val="90000"/>
            </a:lnSpc>
            <a:spcBef>
              <a:spcPct val="0"/>
            </a:spcBef>
            <a:spcAft>
              <a:spcPct val="35000"/>
            </a:spcAft>
            <a:buNone/>
          </a:pPr>
          <a:r>
            <a:rPr lang="zh-CN" altLang="en-US" sz="4800" kern="1200">
              <a:latin typeface="KaiTi" panose="02010609060101010101" pitchFamily="49" charset="-122"/>
              <a:ea typeface="KaiTi" panose="02010609060101010101" pitchFamily="49" charset="-122"/>
              <a:cs typeface="Times New Roman" panose="02020603050405020304" pitchFamily="18" charset="0"/>
            </a:rPr>
            <a:t>分</a:t>
          </a:r>
          <a:endParaRPr lang="zh-CN" altLang="en-US" sz="4800" kern="1200" dirty="0">
            <a:latin typeface="KaiTi" panose="02010609060101010101" pitchFamily="49" charset="-122"/>
            <a:ea typeface="KaiTi" panose="02010609060101010101" pitchFamily="49" charset="-122"/>
            <a:cs typeface="Times New Roman" panose="02020603050405020304" pitchFamily="18" charset="0"/>
          </a:endParaRPr>
        </a:p>
      </dsp:txBody>
      <dsp:txXfrm>
        <a:off x="534387" y="2172577"/>
        <a:ext cx="1094153" cy="911464"/>
      </dsp:txXfrm>
    </dsp:sp>
    <dsp:sp modelId="{7436A075-4DA0-2A49-B51B-8F0E767AEDFA}">
      <dsp:nvSpPr>
        <dsp:cNvPr id="0" name=""/>
        <dsp:cNvSpPr/>
      </dsp:nvSpPr>
      <dsp:spPr>
        <a:xfrm rot="5400000">
          <a:off x="3208013" y="1760835"/>
          <a:ext cx="808064" cy="3856117"/>
        </a:xfrm>
        <a:prstGeom prst="round2SameRect">
          <a:avLst/>
        </a:prstGeom>
        <a:solidFill>
          <a:schemeClr val="accent5">
            <a:tint val="40000"/>
            <a:alpha val="90000"/>
            <a:hueOff val="-6739762"/>
            <a:satOff val="-22832"/>
            <a:lumOff val="-2928"/>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Font typeface="+mj-lt"/>
            <a:buNone/>
          </a:pPr>
          <a:r>
            <a:rPr lang="zh-CN" altLang="en-US" sz="2000" b="1" kern="1200" dirty="0">
              <a:latin typeface="KaiTi" panose="02010609060101010101" pitchFamily="49" charset="-122"/>
              <a:ea typeface="KaiTi" panose="02010609060101010101" pitchFamily="49" charset="-122"/>
            </a:rPr>
            <a:t>  学生参与度低，学习兴趣不高，加剧对数学课程的畏难</a:t>
          </a:r>
          <a:endParaRPr lang="zh-CN" altLang="en-US" sz="2000" kern="1200" dirty="0">
            <a:latin typeface="KaiTi" panose="02010609060101010101" pitchFamily="49" charset="-122"/>
            <a:ea typeface="KaiTi" panose="02010609060101010101" pitchFamily="49" charset="-122"/>
            <a:cs typeface="Times New Roman" panose="02020603050405020304" pitchFamily="18" charset="0"/>
          </a:endParaRPr>
        </a:p>
      </dsp:txBody>
      <dsp:txXfrm rot="-5400000">
        <a:off x="1683987" y="3324307"/>
        <a:ext cx="3816671" cy="729172"/>
      </dsp:txXfrm>
    </dsp:sp>
    <dsp:sp modelId="{3A2CACEC-8B35-6740-A36D-820AAE4AE6C6}">
      <dsp:nvSpPr>
        <dsp:cNvPr id="0" name=""/>
        <dsp:cNvSpPr/>
      </dsp:nvSpPr>
      <dsp:spPr>
        <a:xfrm>
          <a:off x="485079" y="3183853"/>
          <a:ext cx="1198907" cy="1010080"/>
        </a:xfrm>
        <a:prstGeom prst="roundRect">
          <a:avLst/>
        </a:prstGeom>
        <a:solidFill>
          <a:schemeClr val="accent5">
            <a:hueOff val="-6758543"/>
            <a:satOff val="-17419"/>
            <a:lumOff val="-1176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82880" tIns="91440" rIns="182880" bIns="91440" numCol="1" spcCol="1270" anchor="ctr" anchorCtr="0">
          <a:noAutofit/>
        </a:bodyPr>
        <a:lstStyle/>
        <a:p>
          <a:pPr marL="0" lvl="0" indent="0" algn="ctr" defTabSz="2133600">
            <a:lnSpc>
              <a:spcPct val="90000"/>
            </a:lnSpc>
            <a:spcBef>
              <a:spcPct val="0"/>
            </a:spcBef>
            <a:spcAft>
              <a:spcPct val="35000"/>
            </a:spcAft>
            <a:buNone/>
          </a:pPr>
          <a:r>
            <a:rPr lang="zh-CN" altLang="en-US" sz="4800" kern="1200">
              <a:latin typeface="KaiTi" panose="02010609060101010101" pitchFamily="49" charset="-122"/>
              <a:ea typeface="KaiTi" panose="02010609060101010101" pitchFamily="49" charset="-122"/>
              <a:cs typeface="Times New Roman" panose="02020603050405020304" pitchFamily="18" charset="0"/>
            </a:rPr>
            <a:t>析</a:t>
          </a:r>
          <a:endParaRPr lang="zh-CN" altLang="en-US" sz="4800" kern="1200" dirty="0">
            <a:latin typeface="KaiTi" panose="02010609060101010101" pitchFamily="49" charset="-122"/>
            <a:ea typeface="KaiTi" panose="02010609060101010101" pitchFamily="49" charset="-122"/>
            <a:cs typeface="Times New Roman" panose="02020603050405020304" pitchFamily="18" charset="0"/>
          </a:endParaRPr>
        </a:p>
      </dsp:txBody>
      <dsp:txXfrm>
        <a:off x="534387" y="3233161"/>
        <a:ext cx="1100291" cy="91146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ABF7C7-D767-984B-B8F7-8BF9D7BEB0EB}">
      <dsp:nvSpPr>
        <dsp:cNvPr id="0" name=""/>
        <dsp:cNvSpPr/>
      </dsp:nvSpPr>
      <dsp:spPr>
        <a:xfrm rot="5400000">
          <a:off x="-74973" y="238182"/>
          <a:ext cx="1576027" cy="1103219"/>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zh-CN" altLang="en-US" sz="2100" kern="1200" dirty="0">
              <a:latin typeface="KaiTi" panose="02010609060101010101" pitchFamily="49" charset="-122"/>
              <a:ea typeface="KaiTi" panose="02010609060101010101" pitchFamily="49" charset="-122"/>
            </a:rPr>
            <a:t>数学思维</a:t>
          </a:r>
        </a:p>
      </dsp:txBody>
      <dsp:txXfrm rot="-5400000">
        <a:off x="161432" y="553388"/>
        <a:ext cx="1103219" cy="472808"/>
      </dsp:txXfrm>
    </dsp:sp>
    <dsp:sp modelId="{F8C92664-930D-EF40-8514-C8C9A20ED449}">
      <dsp:nvSpPr>
        <dsp:cNvPr id="0" name=""/>
        <dsp:cNvSpPr/>
      </dsp:nvSpPr>
      <dsp:spPr>
        <a:xfrm rot="5400000">
          <a:off x="1558166" y="65496"/>
          <a:ext cx="1024417" cy="1337684"/>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zh-CN" altLang="en-US" sz="1600" kern="1200" dirty="0">
              <a:latin typeface="KaiTi" panose="02010609060101010101" pitchFamily="49" charset="-122"/>
              <a:ea typeface="KaiTi" panose="02010609060101010101" pitchFamily="49" charset="-122"/>
            </a:rPr>
            <a:t>理想情形</a:t>
          </a:r>
        </a:p>
        <a:p>
          <a:pPr marL="171450" lvl="1" indent="-171450" algn="l" defTabSz="711200">
            <a:lnSpc>
              <a:spcPct val="90000"/>
            </a:lnSpc>
            <a:spcBef>
              <a:spcPct val="0"/>
            </a:spcBef>
            <a:spcAft>
              <a:spcPct val="15000"/>
            </a:spcAft>
            <a:buChar char="•"/>
          </a:pPr>
          <a:r>
            <a:rPr lang="zh-CN" altLang="en-US" sz="1600" kern="1200" dirty="0">
              <a:latin typeface="KaiTi" panose="02010609060101010101" pitchFamily="49" charset="-122"/>
              <a:ea typeface="KaiTi" panose="02010609060101010101" pitchFamily="49" charset="-122"/>
            </a:rPr>
            <a:t>存在性</a:t>
          </a:r>
        </a:p>
        <a:p>
          <a:pPr marL="171450" lvl="1" indent="-171450" algn="l" defTabSz="711200">
            <a:lnSpc>
              <a:spcPct val="90000"/>
            </a:lnSpc>
            <a:spcBef>
              <a:spcPct val="0"/>
            </a:spcBef>
            <a:spcAft>
              <a:spcPct val="15000"/>
            </a:spcAft>
            <a:buChar char="•"/>
          </a:pPr>
          <a:r>
            <a:rPr lang="zh-CN" altLang="en-US" sz="1600" kern="1200" dirty="0">
              <a:latin typeface="KaiTi" panose="02010609060101010101" pitchFamily="49" charset="-122"/>
              <a:ea typeface="KaiTi" panose="02010609060101010101" pitchFamily="49" charset="-122"/>
            </a:rPr>
            <a:t>不计效率</a:t>
          </a:r>
        </a:p>
      </dsp:txBody>
      <dsp:txXfrm rot="-5400000">
        <a:off x="1401533" y="272137"/>
        <a:ext cx="1287676" cy="924401"/>
      </dsp:txXfrm>
    </dsp:sp>
    <dsp:sp modelId="{B3386829-4551-DD4A-B387-A2E2036BC805}">
      <dsp:nvSpPr>
        <dsp:cNvPr id="0" name=""/>
        <dsp:cNvSpPr/>
      </dsp:nvSpPr>
      <dsp:spPr>
        <a:xfrm rot="5400000">
          <a:off x="-74973" y="1595281"/>
          <a:ext cx="1576027" cy="1103219"/>
        </a:xfrm>
        <a:prstGeom prst="chevron">
          <a:avLst/>
        </a:prstGeom>
        <a:solidFill>
          <a:srgbClr val="C00000"/>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zh-CN" altLang="en-US" sz="2100" kern="1200" dirty="0">
              <a:latin typeface="KaiTi" panose="02010609060101010101" pitchFamily="49" charset="-122"/>
              <a:ea typeface="KaiTi" panose="02010609060101010101" pitchFamily="49" charset="-122"/>
            </a:rPr>
            <a:t>算法思维</a:t>
          </a:r>
        </a:p>
      </dsp:txBody>
      <dsp:txXfrm rot="-5400000">
        <a:off x="161432" y="1910487"/>
        <a:ext cx="1103219" cy="472808"/>
      </dsp:txXfrm>
    </dsp:sp>
    <dsp:sp modelId="{EBB1C085-12A4-6C4C-9C17-53B7D9073420}">
      <dsp:nvSpPr>
        <dsp:cNvPr id="0" name=""/>
        <dsp:cNvSpPr/>
      </dsp:nvSpPr>
      <dsp:spPr>
        <a:xfrm rot="5400000">
          <a:off x="1596431" y="1380036"/>
          <a:ext cx="1024417" cy="1464621"/>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zh-CN" altLang="en-US" sz="1600" kern="1200" dirty="0">
              <a:latin typeface="KaiTi" panose="02010609060101010101" pitchFamily="49" charset="-122"/>
              <a:ea typeface="KaiTi" panose="02010609060101010101" pitchFamily="49" charset="-122"/>
            </a:rPr>
            <a:t>允许误差</a:t>
          </a:r>
        </a:p>
        <a:p>
          <a:pPr marL="171450" lvl="1" indent="-171450" algn="l" defTabSz="711200">
            <a:lnSpc>
              <a:spcPct val="90000"/>
            </a:lnSpc>
            <a:spcBef>
              <a:spcPct val="0"/>
            </a:spcBef>
            <a:spcAft>
              <a:spcPct val="15000"/>
            </a:spcAft>
            <a:buChar char="•"/>
          </a:pPr>
          <a:r>
            <a:rPr lang="zh-CN" altLang="en-US" sz="1600" kern="1200" dirty="0">
              <a:latin typeface="KaiTi" panose="02010609060101010101" pitchFamily="49" charset="-122"/>
              <a:ea typeface="KaiTi" panose="02010609060101010101" pitchFamily="49" charset="-122"/>
            </a:rPr>
            <a:t>构造性</a:t>
          </a:r>
        </a:p>
        <a:p>
          <a:pPr marL="171450" lvl="1" indent="-171450" algn="l" defTabSz="711200">
            <a:lnSpc>
              <a:spcPct val="90000"/>
            </a:lnSpc>
            <a:spcBef>
              <a:spcPct val="0"/>
            </a:spcBef>
            <a:spcAft>
              <a:spcPct val="15000"/>
            </a:spcAft>
            <a:buChar char="•"/>
          </a:pPr>
          <a:r>
            <a:rPr lang="zh-CN" altLang="en-US" sz="1600" kern="1200" dirty="0">
              <a:latin typeface="KaiTi" panose="02010609060101010101" pitchFamily="49" charset="-122"/>
              <a:ea typeface="KaiTi" panose="02010609060101010101" pitchFamily="49" charset="-122"/>
            </a:rPr>
            <a:t>复杂度</a:t>
          </a:r>
          <a:r>
            <a:rPr lang="en-US" altLang="zh-CN" sz="1600" kern="1200" dirty="0">
              <a:latin typeface="KaiTi" panose="02010609060101010101" pitchFamily="49" charset="-122"/>
              <a:ea typeface="KaiTi" panose="02010609060101010101" pitchFamily="49" charset="-122"/>
            </a:rPr>
            <a:t>/</a:t>
          </a:r>
          <a:r>
            <a:rPr lang="zh-CN" altLang="en-US" sz="1600" kern="1200" dirty="0">
              <a:latin typeface="KaiTi" panose="02010609060101010101" pitchFamily="49" charset="-122"/>
              <a:ea typeface="KaiTi" panose="02010609060101010101" pitchFamily="49" charset="-122"/>
            </a:rPr>
            <a:t>效率</a:t>
          </a:r>
        </a:p>
      </dsp:txBody>
      <dsp:txXfrm rot="-5400000">
        <a:off x="1376329" y="1650146"/>
        <a:ext cx="1414613" cy="924401"/>
      </dsp:txXfrm>
    </dsp:sp>
    <dsp:sp modelId="{8E8B6D03-A575-FC47-B334-EB904C70FFF3}">
      <dsp:nvSpPr>
        <dsp:cNvPr id="0" name=""/>
        <dsp:cNvSpPr/>
      </dsp:nvSpPr>
      <dsp:spPr>
        <a:xfrm rot="5400000">
          <a:off x="-74973" y="2952380"/>
          <a:ext cx="1576027" cy="1103219"/>
        </a:xfrm>
        <a:prstGeom prst="chevron">
          <a:avLst/>
        </a:prstGeom>
        <a:solidFill>
          <a:schemeClr val="accent1"/>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zh-CN" altLang="en-US" sz="2100" kern="1200" dirty="0">
              <a:latin typeface="KaiTi" panose="02010609060101010101" pitchFamily="49" charset="-122"/>
              <a:ea typeface="KaiTi" panose="02010609060101010101" pitchFamily="49" charset="-122"/>
            </a:rPr>
            <a:t>工程思维</a:t>
          </a:r>
        </a:p>
      </dsp:txBody>
      <dsp:txXfrm rot="-5400000">
        <a:off x="161432" y="3267586"/>
        <a:ext cx="1103219" cy="472808"/>
      </dsp:txXfrm>
    </dsp:sp>
    <dsp:sp modelId="{6C1A7036-16B3-3C4B-A6DC-77E7441CA6A2}">
      <dsp:nvSpPr>
        <dsp:cNvPr id="0" name=""/>
        <dsp:cNvSpPr/>
      </dsp:nvSpPr>
      <dsp:spPr>
        <a:xfrm rot="5400000">
          <a:off x="1510619" y="2975571"/>
          <a:ext cx="1024417" cy="1312571"/>
        </a:xfrm>
        <a:prstGeom prst="round2Same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14300" lvl="1" indent="-114300" algn="l" defTabSz="577850">
            <a:lnSpc>
              <a:spcPct val="90000"/>
            </a:lnSpc>
            <a:spcBef>
              <a:spcPct val="0"/>
            </a:spcBef>
            <a:spcAft>
              <a:spcPct val="15000"/>
            </a:spcAft>
            <a:buChar char="•"/>
          </a:pPr>
          <a:r>
            <a:rPr lang="zh-CN" altLang="en-US" sz="1600" kern="1200" dirty="0">
              <a:solidFill>
                <a:prstClr val="black">
                  <a:hueOff val="0"/>
                  <a:satOff val="0"/>
                  <a:lumOff val="0"/>
                  <a:alphaOff val="0"/>
                </a:prstClr>
              </a:solidFill>
              <a:latin typeface="KaiTi" panose="02010609060101010101" pitchFamily="49" charset="-122"/>
              <a:ea typeface="KaiTi" panose="02010609060101010101" pitchFamily="49" charset="-122"/>
              <a:cs typeface="+mn-cs"/>
            </a:rPr>
            <a:t>大规模</a:t>
          </a:r>
        </a:p>
        <a:p>
          <a:pPr marL="114300" lvl="1" indent="-114300" algn="l" defTabSz="577850">
            <a:lnSpc>
              <a:spcPct val="90000"/>
            </a:lnSpc>
            <a:spcBef>
              <a:spcPct val="0"/>
            </a:spcBef>
            <a:spcAft>
              <a:spcPct val="15000"/>
            </a:spcAft>
            <a:buChar char="•"/>
          </a:pPr>
          <a:r>
            <a:rPr lang="zh-CN" altLang="en-US" sz="1600" kern="1200" dirty="0">
              <a:solidFill>
                <a:prstClr val="black">
                  <a:hueOff val="0"/>
                  <a:satOff val="0"/>
                  <a:lumOff val="0"/>
                  <a:alphaOff val="0"/>
                </a:prstClr>
              </a:solidFill>
              <a:latin typeface="KaiTi" panose="02010609060101010101" pitchFamily="49" charset="-122"/>
              <a:ea typeface="KaiTi" panose="02010609060101010101" pitchFamily="49" charset="-122"/>
              <a:cs typeface="+mn-cs"/>
            </a:rPr>
            <a:t>稳定性</a:t>
          </a:r>
        </a:p>
        <a:p>
          <a:pPr marL="114300" lvl="1" indent="-114300" algn="l" defTabSz="577850">
            <a:lnSpc>
              <a:spcPct val="90000"/>
            </a:lnSpc>
            <a:spcBef>
              <a:spcPct val="0"/>
            </a:spcBef>
            <a:spcAft>
              <a:spcPct val="15000"/>
            </a:spcAft>
            <a:buChar char="•"/>
          </a:pPr>
          <a:r>
            <a:rPr lang="zh-CN" altLang="en-US" sz="1600" kern="1200" dirty="0">
              <a:solidFill>
                <a:prstClr val="black">
                  <a:hueOff val="0"/>
                  <a:satOff val="0"/>
                  <a:lumOff val="0"/>
                  <a:alphaOff val="0"/>
                </a:prstClr>
              </a:solidFill>
              <a:latin typeface="KaiTi" panose="02010609060101010101" pitchFamily="49" charset="-122"/>
              <a:ea typeface="KaiTi" panose="02010609060101010101" pitchFamily="49" charset="-122"/>
              <a:cs typeface="+mn-cs"/>
            </a:rPr>
            <a:t>商业成本</a:t>
          </a:r>
        </a:p>
      </dsp:txBody>
      <dsp:txXfrm rot="-5400000">
        <a:off x="1366542" y="3169656"/>
        <a:ext cx="1262563" cy="92440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A29F46-5179-8340-944C-35DF352D51AF}">
      <dsp:nvSpPr>
        <dsp:cNvPr id="0" name=""/>
        <dsp:cNvSpPr/>
      </dsp:nvSpPr>
      <dsp:spPr>
        <a:xfrm>
          <a:off x="3002" y="680552"/>
          <a:ext cx="2382121" cy="1429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zh-CN" altLang="en-US" sz="3300" kern="12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你喜欢的猫是哪只？</a:t>
          </a:r>
          <a:endParaRPr lang="en-US" altLang="zh-CN" sz="3300" kern="12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endParaRPr>
        </a:p>
      </dsp:txBody>
      <dsp:txXfrm>
        <a:off x="3002" y="680552"/>
        <a:ext cx="2382121" cy="1429272"/>
      </dsp:txXfrm>
    </dsp:sp>
    <dsp:sp modelId="{29D94DFA-0001-F045-8AB5-707DBB2F9ADA}">
      <dsp:nvSpPr>
        <dsp:cNvPr id="0" name=""/>
        <dsp:cNvSpPr/>
      </dsp:nvSpPr>
      <dsp:spPr>
        <a:xfrm>
          <a:off x="2623336" y="680552"/>
          <a:ext cx="2382121" cy="1429272"/>
        </a:xfrm>
        <a:prstGeom prst="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zh-CN" altLang="en-US" sz="3300" kern="12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大数据杀熟</a:t>
          </a:r>
          <a:endParaRPr lang="en-US" altLang="zh-CN" sz="3300" kern="12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endParaRPr>
        </a:p>
      </dsp:txBody>
      <dsp:txXfrm>
        <a:off x="2623336" y="680552"/>
        <a:ext cx="2382121" cy="1429272"/>
      </dsp:txXfrm>
    </dsp:sp>
    <dsp:sp modelId="{A6C31240-EB47-A642-AF67-3F0FC0511E07}">
      <dsp:nvSpPr>
        <dsp:cNvPr id="0" name=""/>
        <dsp:cNvSpPr/>
      </dsp:nvSpPr>
      <dsp:spPr>
        <a:xfrm>
          <a:off x="5243670" y="680552"/>
          <a:ext cx="2382121" cy="142927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kumimoji="1" lang="zh-CN" altLang="en-US" sz="33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rPr>
            <a:t>困在算法里的外卖小哥</a:t>
          </a:r>
          <a:endParaRPr kumimoji="1" lang="en-US" altLang="zh-CN" sz="3300" kern="12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endParaRPr>
        </a:p>
      </dsp:txBody>
      <dsp:txXfrm>
        <a:off x="5243670" y="680552"/>
        <a:ext cx="2382121" cy="1429272"/>
      </dsp:txXfrm>
    </dsp:sp>
    <dsp:sp modelId="{6894A1FF-56FC-6544-AD19-41BB9CA5906B}">
      <dsp:nvSpPr>
        <dsp:cNvPr id="0" name=""/>
        <dsp:cNvSpPr/>
      </dsp:nvSpPr>
      <dsp:spPr>
        <a:xfrm>
          <a:off x="7864003" y="680552"/>
          <a:ext cx="2382121" cy="142927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zh-CN" altLang="en-US" sz="3300" kern="12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外语，还要学吗？</a:t>
          </a:r>
          <a:endParaRPr lang="en-US" altLang="zh-CN" sz="3300" kern="12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endParaRPr>
        </a:p>
      </dsp:txBody>
      <dsp:txXfrm>
        <a:off x="7864003" y="680552"/>
        <a:ext cx="2382121" cy="1429272"/>
      </dsp:txXfrm>
    </dsp:sp>
    <dsp:sp modelId="{2A0E9246-CFB6-E34A-8038-C681F73B4BBA}">
      <dsp:nvSpPr>
        <dsp:cNvPr id="0" name=""/>
        <dsp:cNvSpPr/>
      </dsp:nvSpPr>
      <dsp:spPr>
        <a:xfrm>
          <a:off x="3002" y="2348037"/>
          <a:ext cx="2382121" cy="1429272"/>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zh-CN" altLang="en-US" sz="3300" kern="12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你会被</a:t>
          </a:r>
          <a:r>
            <a:rPr lang="en-US" altLang="zh-CN" sz="3300" kern="12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AI</a:t>
          </a:r>
          <a:r>
            <a:rPr lang="zh-CN" altLang="en-US" sz="3300" kern="12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抢饭碗吗？</a:t>
          </a:r>
          <a:endParaRPr lang="en-US" altLang="zh-CN" sz="3300" kern="12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endParaRPr>
        </a:p>
      </dsp:txBody>
      <dsp:txXfrm>
        <a:off x="3002" y="2348037"/>
        <a:ext cx="2382121" cy="1429272"/>
      </dsp:txXfrm>
    </dsp:sp>
    <dsp:sp modelId="{8442D94E-A56F-F540-8AF5-BD0ABA5122A2}">
      <dsp:nvSpPr>
        <dsp:cNvPr id="0" name=""/>
        <dsp:cNvSpPr/>
      </dsp:nvSpPr>
      <dsp:spPr>
        <a:xfrm>
          <a:off x="2623336" y="2348037"/>
          <a:ext cx="2382121" cy="1429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altLang="zh-CN" sz="3300" kern="12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AI</a:t>
          </a:r>
          <a:r>
            <a:rPr lang="zh-CN" altLang="en-US" sz="3300" kern="12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换脸诈骗</a:t>
          </a:r>
          <a:endParaRPr lang="en-US" altLang="zh-CN" sz="3300" kern="12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endParaRPr>
        </a:p>
      </dsp:txBody>
      <dsp:txXfrm>
        <a:off x="2623336" y="2348037"/>
        <a:ext cx="2382121" cy="1429272"/>
      </dsp:txXfrm>
    </dsp:sp>
    <dsp:sp modelId="{22152DB2-F68B-6745-B667-AC69C3399F0D}">
      <dsp:nvSpPr>
        <dsp:cNvPr id="0" name=""/>
        <dsp:cNvSpPr/>
      </dsp:nvSpPr>
      <dsp:spPr>
        <a:xfrm>
          <a:off x="5243670" y="2348037"/>
          <a:ext cx="2382121" cy="1429272"/>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zh-CN" altLang="en-US" sz="3300" b="1" i="0" kern="12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信息茧房</a:t>
          </a:r>
          <a:endParaRPr lang="en-US" altLang="zh-CN" sz="3300" kern="12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endParaRPr>
        </a:p>
      </dsp:txBody>
      <dsp:txXfrm>
        <a:off x="5243670" y="2348037"/>
        <a:ext cx="2382121" cy="1429272"/>
      </dsp:txXfrm>
    </dsp:sp>
    <dsp:sp modelId="{B73DCE22-BB0A-D842-8D38-A2A0C9A30B7B}">
      <dsp:nvSpPr>
        <dsp:cNvPr id="0" name=""/>
        <dsp:cNvSpPr/>
      </dsp:nvSpPr>
      <dsp:spPr>
        <a:xfrm>
          <a:off x="7864003" y="2348037"/>
          <a:ext cx="2382121" cy="142927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altLang="zh-CN" sz="3300" kern="12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rPr>
            <a:t>......</a:t>
          </a:r>
        </a:p>
      </dsp:txBody>
      <dsp:txXfrm>
        <a:off x="7864003" y="2348037"/>
        <a:ext cx="2382121" cy="142927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ABF7C7-D767-984B-B8F7-8BF9D7BEB0EB}">
      <dsp:nvSpPr>
        <dsp:cNvPr id="0" name=""/>
        <dsp:cNvSpPr/>
      </dsp:nvSpPr>
      <dsp:spPr>
        <a:xfrm rot="5400000">
          <a:off x="-74973" y="238182"/>
          <a:ext cx="1576027" cy="1103219"/>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zh-CN" altLang="en-US" sz="2100" kern="1200" dirty="0">
              <a:latin typeface="KaiTi" panose="02010609060101010101" pitchFamily="49" charset="-122"/>
              <a:ea typeface="KaiTi" panose="02010609060101010101" pitchFamily="49" charset="-122"/>
            </a:rPr>
            <a:t>数学思维</a:t>
          </a:r>
        </a:p>
      </dsp:txBody>
      <dsp:txXfrm rot="-5400000">
        <a:off x="161432" y="553388"/>
        <a:ext cx="1103219" cy="472808"/>
      </dsp:txXfrm>
    </dsp:sp>
    <dsp:sp modelId="{F8C92664-930D-EF40-8514-C8C9A20ED449}">
      <dsp:nvSpPr>
        <dsp:cNvPr id="0" name=""/>
        <dsp:cNvSpPr/>
      </dsp:nvSpPr>
      <dsp:spPr>
        <a:xfrm rot="5400000">
          <a:off x="1558166" y="65496"/>
          <a:ext cx="1024417" cy="1337684"/>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zh-CN" altLang="en-US" sz="1600" kern="1200" dirty="0">
              <a:latin typeface="KaiTi" panose="02010609060101010101" pitchFamily="49" charset="-122"/>
              <a:ea typeface="KaiTi" panose="02010609060101010101" pitchFamily="49" charset="-122"/>
            </a:rPr>
            <a:t>理想情形</a:t>
          </a:r>
        </a:p>
        <a:p>
          <a:pPr marL="171450" lvl="1" indent="-171450" algn="l" defTabSz="711200">
            <a:lnSpc>
              <a:spcPct val="90000"/>
            </a:lnSpc>
            <a:spcBef>
              <a:spcPct val="0"/>
            </a:spcBef>
            <a:spcAft>
              <a:spcPct val="15000"/>
            </a:spcAft>
            <a:buChar char="•"/>
          </a:pPr>
          <a:r>
            <a:rPr lang="zh-CN" altLang="en-US" sz="1600" kern="1200" dirty="0">
              <a:latin typeface="KaiTi" panose="02010609060101010101" pitchFamily="49" charset="-122"/>
              <a:ea typeface="KaiTi" panose="02010609060101010101" pitchFamily="49" charset="-122"/>
            </a:rPr>
            <a:t>存在性</a:t>
          </a:r>
        </a:p>
        <a:p>
          <a:pPr marL="171450" lvl="1" indent="-171450" algn="l" defTabSz="711200">
            <a:lnSpc>
              <a:spcPct val="90000"/>
            </a:lnSpc>
            <a:spcBef>
              <a:spcPct val="0"/>
            </a:spcBef>
            <a:spcAft>
              <a:spcPct val="15000"/>
            </a:spcAft>
            <a:buChar char="•"/>
          </a:pPr>
          <a:r>
            <a:rPr lang="zh-CN" altLang="en-US" sz="1600" kern="1200" dirty="0">
              <a:latin typeface="KaiTi" panose="02010609060101010101" pitchFamily="49" charset="-122"/>
              <a:ea typeface="KaiTi" panose="02010609060101010101" pitchFamily="49" charset="-122"/>
            </a:rPr>
            <a:t>不计效率</a:t>
          </a:r>
        </a:p>
      </dsp:txBody>
      <dsp:txXfrm rot="-5400000">
        <a:off x="1401533" y="272137"/>
        <a:ext cx="1287676" cy="924401"/>
      </dsp:txXfrm>
    </dsp:sp>
    <dsp:sp modelId="{B3386829-4551-DD4A-B387-A2E2036BC805}">
      <dsp:nvSpPr>
        <dsp:cNvPr id="0" name=""/>
        <dsp:cNvSpPr/>
      </dsp:nvSpPr>
      <dsp:spPr>
        <a:xfrm rot="5400000">
          <a:off x="-74973" y="1595281"/>
          <a:ext cx="1576027" cy="1103219"/>
        </a:xfrm>
        <a:prstGeom prst="chevron">
          <a:avLst/>
        </a:prstGeom>
        <a:solidFill>
          <a:srgbClr val="C00000"/>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zh-CN" altLang="en-US" sz="2100" kern="1200" dirty="0">
              <a:latin typeface="KaiTi" panose="02010609060101010101" pitchFamily="49" charset="-122"/>
              <a:ea typeface="KaiTi" panose="02010609060101010101" pitchFamily="49" charset="-122"/>
            </a:rPr>
            <a:t>算法思维</a:t>
          </a:r>
        </a:p>
      </dsp:txBody>
      <dsp:txXfrm rot="-5400000">
        <a:off x="161432" y="1910487"/>
        <a:ext cx="1103219" cy="472808"/>
      </dsp:txXfrm>
    </dsp:sp>
    <dsp:sp modelId="{EBB1C085-12A4-6C4C-9C17-53B7D9073420}">
      <dsp:nvSpPr>
        <dsp:cNvPr id="0" name=""/>
        <dsp:cNvSpPr/>
      </dsp:nvSpPr>
      <dsp:spPr>
        <a:xfrm rot="5400000">
          <a:off x="1596431" y="1380036"/>
          <a:ext cx="1024417" cy="1464621"/>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zh-CN" altLang="en-US" sz="1600" kern="1200" dirty="0">
              <a:latin typeface="KaiTi" panose="02010609060101010101" pitchFamily="49" charset="-122"/>
              <a:ea typeface="KaiTi" panose="02010609060101010101" pitchFamily="49" charset="-122"/>
            </a:rPr>
            <a:t>允许误差</a:t>
          </a:r>
        </a:p>
        <a:p>
          <a:pPr marL="171450" lvl="1" indent="-171450" algn="l" defTabSz="711200">
            <a:lnSpc>
              <a:spcPct val="90000"/>
            </a:lnSpc>
            <a:spcBef>
              <a:spcPct val="0"/>
            </a:spcBef>
            <a:spcAft>
              <a:spcPct val="15000"/>
            </a:spcAft>
            <a:buChar char="•"/>
          </a:pPr>
          <a:r>
            <a:rPr lang="zh-CN" altLang="en-US" sz="1600" kern="1200" dirty="0">
              <a:latin typeface="KaiTi" panose="02010609060101010101" pitchFamily="49" charset="-122"/>
              <a:ea typeface="KaiTi" panose="02010609060101010101" pitchFamily="49" charset="-122"/>
            </a:rPr>
            <a:t>构造性</a:t>
          </a:r>
        </a:p>
        <a:p>
          <a:pPr marL="171450" lvl="1" indent="-171450" algn="l" defTabSz="711200">
            <a:lnSpc>
              <a:spcPct val="90000"/>
            </a:lnSpc>
            <a:spcBef>
              <a:spcPct val="0"/>
            </a:spcBef>
            <a:spcAft>
              <a:spcPct val="15000"/>
            </a:spcAft>
            <a:buChar char="•"/>
          </a:pPr>
          <a:r>
            <a:rPr lang="zh-CN" altLang="en-US" sz="1600" kern="1200" dirty="0">
              <a:latin typeface="KaiTi" panose="02010609060101010101" pitchFamily="49" charset="-122"/>
              <a:ea typeface="KaiTi" panose="02010609060101010101" pitchFamily="49" charset="-122"/>
            </a:rPr>
            <a:t>复杂度</a:t>
          </a:r>
          <a:r>
            <a:rPr lang="en-US" altLang="zh-CN" sz="1600" kern="1200" dirty="0">
              <a:latin typeface="KaiTi" panose="02010609060101010101" pitchFamily="49" charset="-122"/>
              <a:ea typeface="KaiTi" panose="02010609060101010101" pitchFamily="49" charset="-122"/>
            </a:rPr>
            <a:t>/</a:t>
          </a:r>
          <a:r>
            <a:rPr lang="zh-CN" altLang="en-US" sz="1600" kern="1200" dirty="0">
              <a:latin typeface="KaiTi" panose="02010609060101010101" pitchFamily="49" charset="-122"/>
              <a:ea typeface="KaiTi" panose="02010609060101010101" pitchFamily="49" charset="-122"/>
            </a:rPr>
            <a:t>效率</a:t>
          </a:r>
        </a:p>
      </dsp:txBody>
      <dsp:txXfrm rot="-5400000">
        <a:off x="1376329" y="1650146"/>
        <a:ext cx="1414613" cy="924401"/>
      </dsp:txXfrm>
    </dsp:sp>
    <dsp:sp modelId="{8E8B6D03-A575-FC47-B334-EB904C70FFF3}">
      <dsp:nvSpPr>
        <dsp:cNvPr id="0" name=""/>
        <dsp:cNvSpPr/>
      </dsp:nvSpPr>
      <dsp:spPr>
        <a:xfrm rot="5400000">
          <a:off x="-74973" y="2952380"/>
          <a:ext cx="1576027" cy="1103219"/>
        </a:xfrm>
        <a:prstGeom prst="chevron">
          <a:avLst/>
        </a:prstGeom>
        <a:solidFill>
          <a:schemeClr val="accent1"/>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zh-CN" altLang="en-US" sz="2100" kern="1200" dirty="0">
              <a:latin typeface="KaiTi" panose="02010609060101010101" pitchFamily="49" charset="-122"/>
              <a:ea typeface="KaiTi" panose="02010609060101010101" pitchFamily="49" charset="-122"/>
            </a:rPr>
            <a:t>工程思维</a:t>
          </a:r>
        </a:p>
      </dsp:txBody>
      <dsp:txXfrm rot="-5400000">
        <a:off x="161432" y="3267586"/>
        <a:ext cx="1103219" cy="472808"/>
      </dsp:txXfrm>
    </dsp:sp>
    <dsp:sp modelId="{6C1A7036-16B3-3C4B-A6DC-77E7441CA6A2}">
      <dsp:nvSpPr>
        <dsp:cNvPr id="0" name=""/>
        <dsp:cNvSpPr/>
      </dsp:nvSpPr>
      <dsp:spPr>
        <a:xfrm rot="5400000">
          <a:off x="1510619" y="2975571"/>
          <a:ext cx="1024417" cy="1312571"/>
        </a:xfrm>
        <a:prstGeom prst="round2Same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14300" lvl="1" indent="-114300" algn="l" defTabSz="577850">
            <a:lnSpc>
              <a:spcPct val="90000"/>
            </a:lnSpc>
            <a:spcBef>
              <a:spcPct val="0"/>
            </a:spcBef>
            <a:spcAft>
              <a:spcPct val="15000"/>
            </a:spcAft>
            <a:buChar char="•"/>
          </a:pPr>
          <a:r>
            <a:rPr lang="zh-CN" altLang="en-US" sz="1600" kern="1200" dirty="0">
              <a:solidFill>
                <a:prstClr val="black">
                  <a:hueOff val="0"/>
                  <a:satOff val="0"/>
                  <a:lumOff val="0"/>
                  <a:alphaOff val="0"/>
                </a:prstClr>
              </a:solidFill>
              <a:latin typeface="KaiTi" panose="02010609060101010101" pitchFamily="49" charset="-122"/>
              <a:ea typeface="KaiTi" panose="02010609060101010101" pitchFamily="49" charset="-122"/>
              <a:cs typeface="+mn-cs"/>
            </a:rPr>
            <a:t>大规模</a:t>
          </a:r>
        </a:p>
        <a:p>
          <a:pPr marL="114300" lvl="1" indent="-114300" algn="l" defTabSz="577850">
            <a:lnSpc>
              <a:spcPct val="90000"/>
            </a:lnSpc>
            <a:spcBef>
              <a:spcPct val="0"/>
            </a:spcBef>
            <a:spcAft>
              <a:spcPct val="15000"/>
            </a:spcAft>
            <a:buChar char="•"/>
          </a:pPr>
          <a:r>
            <a:rPr lang="zh-CN" altLang="en-US" sz="1600" kern="1200" dirty="0">
              <a:solidFill>
                <a:prstClr val="black">
                  <a:hueOff val="0"/>
                  <a:satOff val="0"/>
                  <a:lumOff val="0"/>
                  <a:alphaOff val="0"/>
                </a:prstClr>
              </a:solidFill>
              <a:latin typeface="KaiTi" panose="02010609060101010101" pitchFamily="49" charset="-122"/>
              <a:ea typeface="KaiTi" panose="02010609060101010101" pitchFamily="49" charset="-122"/>
              <a:cs typeface="+mn-cs"/>
            </a:rPr>
            <a:t>稳定性</a:t>
          </a:r>
        </a:p>
        <a:p>
          <a:pPr marL="114300" lvl="1" indent="-114300" algn="l" defTabSz="577850">
            <a:lnSpc>
              <a:spcPct val="90000"/>
            </a:lnSpc>
            <a:spcBef>
              <a:spcPct val="0"/>
            </a:spcBef>
            <a:spcAft>
              <a:spcPct val="15000"/>
            </a:spcAft>
            <a:buChar char="•"/>
          </a:pPr>
          <a:r>
            <a:rPr lang="zh-CN" altLang="en-US" sz="1600" kern="1200" dirty="0">
              <a:solidFill>
                <a:prstClr val="black">
                  <a:hueOff val="0"/>
                  <a:satOff val="0"/>
                  <a:lumOff val="0"/>
                  <a:alphaOff val="0"/>
                </a:prstClr>
              </a:solidFill>
              <a:latin typeface="KaiTi" panose="02010609060101010101" pitchFamily="49" charset="-122"/>
              <a:ea typeface="KaiTi" panose="02010609060101010101" pitchFamily="49" charset="-122"/>
              <a:cs typeface="+mn-cs"/>
            </a:rPr>
            <a:t>商业成本</a:t>
          </a:r>
        </a:p>
      </dsp:txBody>
      <dsp:txXfrm rot="-5400000">
        <a:off x="1366542" y="3169656"/>
        <a:ext cx="1262563" cy="92440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F574EF-D751-AA43-87D9-BE0C02BFDB42}">
      <dsp:nvSpPr>
        <dsp:cNvPr id="0" name=""/>
        <dsp:cNvSpPr/>
      </dsp:nvSpPr>
      <dsp:spPr>
        <a:xfrm>
          <a:off x="1453439" y="0"/>
          <a:ext cx="1364560" cy="682280"/>
        </a:xfrm>
        <a:prstGeom prst="roundRect">
          <a:avLst>
            <a:gd name="adj" fmla="val 10000"/>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latin typeface="KaiTi" panose="02010609060101010101" pitchFamily="49" charset="-122"/>
              <a:ea typeface="KaiTi" panose="02010609060101010101" pitchFamily="49" charset="-122"/>
            </a:rPr>
            <a:t>取势</a:t>
          </a:r>
        </a:p>
      </dsp:txBody>
      <dsp:txXfrm>
        <a:off x="1473422" y="19983"/>
        <a:ext cx="1324594" cy="642314"/>
      </dsp:txXfrm>
    </dsp:sp>
    <dsp:sp modelId="{049B9CF3-E7CF-5249-9D1F-CB69EDAC6D5D}">
      <dsp:nvSpPr>
        <dsp:cNvPr id="0" name=""/>
        <dsp:cNvSpPr/>
      </dsp:nvSpPr>
      <dsp:spPr>
        <a:xfrm rot="3347435">
          <a:off x="2353840" y="1197336"/>
          <a:ext cx="890254" cy="238798"/>
        </a:xfrm>
        <a:prstGeom prst="lef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p>
      </dsp:txBody>
      <dsp:txXfrm>
        <a:off x="2425479" y="1245096"/>
        <a:ext cx="746976" cy="143278"/>
      </dsp:txXfrm>
    </dsp:sp>
    <dsp:sp modelId="{B41EFB70-1D97-8E47-B736-0C3736CB7ED6}">
      <dsp:nvSpPr>
        <dsp:cNvPr id="0" name=""/>
        <dsp:cNvSpPr/>
      </dsp:nvSpPr>
      <dsp:spPr>
        <a:xfrm>
          <a:off x="2779935" y="1951190"/>
          <a:ext cx="1364560" cy="682280"/>
        </a:xfrm>
        <a:prstGeom prst="roundRect">
          <a:avLst>
            <a:gd name="adj" fmla="val 1000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latin typeface="KaiTi" panose="02010609060101010101" pitchFamily="49" charset="-122"/>
              <a:ea typeface="KaiTi" panose="02010609060101010101" pitchFamily="49" charset="-122"/>
            </a:rPr>
            <a:t>优术</a:t>
          </a:r>
          <a:endParaRPr lang="en-US" altLang="zh-CN" sz="2800" kern="1200" dirty="0">
            <a:latin typeface="KaiTi" panose="02010609060101010101" pitchFamily="49" charset="-122"/>
            <a:ea typeface="KaiTi" panose="02010609060101010101" pitchFamily="49" charset="-122"/>
          </a:endParaRPr>
        </a:p>
      </dsp:txBody>
      <dsp:txXfrm>
        <a:off x="2799918" y="1971173"/>
        <a:ext cx="1324594" cy="642314"/>
      </dsp:txXfrm>
    </dsp:sp>
    <dsp:sp modelId="{B98C568F-7685-DD4E-A679-AE755D5E8E30}">
      <dsp:nvSpPr>
        <dsp:cNvPr id="0" name=""/>
        <dsp:cNvSpPr/>
      </dsp:nvSpPr>
      <dsp:spPr>
        <a:xfrm rot="10800742">
          <a:off x="1778399" y="2172664"/>
          <a:ext cx="890254" cy="238798"/>
        </a:xfrm>
        <a:prstGeom prst="leftRightArrow">
          <a:avLst>
            <a:gd name="adj1" fmla="val 60000"/>
            <a:gd name="adj2" fmla="val 50000"/>
          </a:avLst>
        </a:prstGeom>
        <a:solidFill>
          <a:schemeClr val="accent4">
            <a:hueOff val="4900445"/>
            <a:satOff val="-20388"/>
            <a:lumOff val="480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p>
      </dsp:txBody>
      <dsp:txXfrm rot="10800000">
        <a:off x="1850038" y="2220424"/>
        <a:ext cx="746976" cy="143278"/>
      </dsp:txXfrm>
    </dsp:sp>
    <dsp:sp modelId="{CDA3D7D5-2F50-1446-AD85-BD650507BD4A}">
      <dsp:nvSpPr>
        <dsp:cNvPr id="0" name=""/>
        <dsp:cNvSpPr/>
      </dsp:nvSpPr>
      <dsp:spPr>
        <a:xfrm>
          <a:off x="302556" y="1950655"/>
          <a:ext cx="1364560" cy="682280"/>
        </a:xfrm>
        <a:prstGeom prst="roundRect">
          <a:avLst>
            <a:gd name="adj" fmla="val 10000"/>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latin typeface="KaiTi" panose="02010609060101010101" pitchFamily="49" charset="-122"/>
              <a:ea typeface="KaiTi" panose="02010609060101010101" pitchFamily="49" charset="-122"/>
            </a:rPr>
            <a:t>明道</a:t>
          </a:r>
        </a:p>
      </dsp:txBody>
      <dsp:txXfrm>
        <a:off x="322539" y="1970638"/>
        <a:ext cx="1324594" cy="642314"/>
      </dsp:txXfrm>
    </dsp:sp>
    <dsp:sp modelId="{D63F1095-8D4F-5140-B195-A71682646D53}">
      <dsp:nvSpPr>
        <dsp:cNvPr id="0" name=""/>
        <dsp:cNvSpPr/>
      </dsp:nvSpPr>
      <dsp:spPr>
        <a:xfrm rot="18032431">
          <a:off x="1115151" y="1197068"/>
          <a:ext cx="890254" cy="238798"/>
        </a:xfrm>
        <a:prstGeom prst="leftRightArrow">
          <a:avLst>
            <a:gd name="adj1" fmla="val 60000"/>
            <a:gd name="adj2" fmla="val 50000"/>
          </a:avLst>
        </a:prstGeom>
        <a:solidFill>
          <a:schemeClr val="accent4">
            <a:hueOff val="9800891"/>
            <a:satOff val="-40777"/>
            <a:lumOff val="960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p>
      </dsp:txBody>
      <dsp:txXfrm>
        <a:off x="1186790" y="1244828"/>
        <a:ext cx="746976" cy="14327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C7021F-FA69-E94E-9BD1-770AE559F435}">
      <dsp:nvSpPr>
        <dsp:cNvPr id="0" name=""/>
        <dsp:cNvSpPr/>
      </dsp:nvSpPr>
      <dsp:spPr>
        <a:xfrm>
          <a:off x="1028367" y="0"/>
          <a:ext cx="1156830" cy="994337"/>
        </a:xfrm>
        <a:prstGeom prst="trapezoid">
          <a:avLst>
            <a:gd name="adj" fmla="val 58171"/>
          </a:avLst>
        </a:prstGeom>
        <a:solidFill>
          <a:schemeClr val="accent6"/>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US" altLang="zh-CN" sz="2000" kern="1200" dirty="0">
            <a:latin typeface="KaiTi" panose="02010609060101010101" pitchFamily="49" charset="-122"/>
            <a:ea typeface="KaiTi" panose="02010609060101010101" pitchFamily="49" charset="-122"/>
          </a:endParaRPr>
        </a:p>
        <a:p>
          <a:pPr marL="0" lvl="0" indent="0" algn="ctr" defTabSz="889000">
            <a:lnSpc>
              <a:spcPct val="90000"/>
            </a:lnSpc>
            <a:spcBef>
              <a:spcPct val="0"/>
            </a:spcBef>
            <a:spcAft>
              <a:spcPct val="35000"/>
            </a:spcAft>
            <a:buNone/>
          </a:pPr>
          <a:r>
            <a:rPr lang="zh-CN" altLang="en-US" sz="2000" kern="1200" dirty="0">
              <a:latin typeface="KaiTi" panose="02010609060101010101" pitchFamily="49" charset="-122"/>
              <a:ea typeface="KaiTi" panose="02010609060101010101" pitchFamily="49" charset="-122"/>
            </a:rPr>
            <a:t>模拟</a:t>
          </a:r>
          <a:endParaRPr lang="en-US" altLang="zh-CN" sz="2000" kern="1200" dirty="0">
            <a:latin typeface="KaiTi" panose="02010609060101010101" pitchFamily="49" charset="-122"/>
            <a:ea typeface="KaiTi" panose="02010609060101010101" pitchFamily="49" charset="-122"/>
          </a:endParaRPr>
        </a:p>
        <a:p>
          <a:pPr marL="0" lvl="0" indent="0" algn="ctr" defTabSz="889000">
            <a:lnSpc>
              <a:spcPct val="90000"/>
            </a:lnSpc>
            <a:spcBef>
              <a:spcPct val="0"/>
            </a:spcBef>
            <a:spcAft>
              <a:spcPct val="35000"/>
            </a:spcAft>
            <a:buNone/>
          </a:pPr>
          <a:r>
            <a:rPr lang="zh-CN" altLang="en-US" sz="2000" kern="1200" dirty="0">
              <a:latin typeface="KaiTi" panose="02010609060101010101" pitchFamily="49" charset="-122"/>
              <a:ea typeface="KaiTi" panose="02010609060101010101" pitchFamily="49" charset="-122"/>
            </a:rPr>
            <a:t>训练</a:t>
          </a:r>
        </a:p>
      </dsp:txBody>
      <dsp:txXfrm>
        <a:off x="1028367" y="0"/>
        <a:ext cx="1156830" cy="994337"/>
      </dsp:txXfrm>
    </dsp:sp>
    <dsp:sp modelId="{6BB25BFB-88FA-0A4A-9E38-10CDE7834C34}">
      <dsp:nvSpPr>
        <dsp:cNvPr id="0" name=""/>
        <dsp:cNvSpPr/>
      </dsp:nvSpPr>
      <dsp:spPr>
        <a:xfrm>
          <a:off x="685578" y="994337"/>
          <a:ext cx="1842408" cy="589278"/>
        </a:xfrm>
        <a:prstGeom prst="trapezoid">
          <a:avLst>
            <a:gd name="adj" fmla="val 58171"/>
          </a:avLst>
        </a:prstGeom>
        <a:solidFill>
          <a:schemeClr val="accent5"/>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latin typeface="KaiTi" panose="02010609060101010101" pitchFamily="49" charset="-122"/>
              <a:ea typeface="KaiTi" panose="02010609060101010101" pitchFamily="49" charset="-122"/>
            </a:rPr>
            <a:t>算法设计</a:t>
          </a:r>
        </a:p>
      </dsp:txBody>
      <dsp:txXfrm>
        <a:off x="1007999" y="994337"/>
        <a:ext cx="1197565" cy="589278"/>
      </dsp:txXfrm>
    </dsp:sp>
    <dsp:sp modelId="{F7830525-9817-114E-892B-30D272A250AD}">
      <dsp:nvSpPr>
        <dsp:cNvPr id="0" name=""/>
        <dsp:cNvSpPr/>
      </dsp:nvSpPr>
      <dsp:spPr>
        <a:xfrm>
          <a:off x="342789" y="1583616"/>
          <a:ext cx="2527986" cy="589278"/>
        </a:xfrm>
        <a:prstGeom prst="trapezoid">
          <a:avLst>
            <a:gd name="adj" fmla="val 58171"/>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latin typeface="KaiTi" panose="02010609060101010101" pitchFamily="49" charset="-122"/>
              <a:ea typeface="KaiTi" panose="02010609060101010101" pitchFamily="49" charset="-122"/>
            </a:rPr>
            <a:t>数学模型</a:t>
          </a:r>
        </a:p>
      </dsp:txBody>
      <dsp:txXfrm>
        <a:off x="785186" y="1583616"/>
        <a:ext cx="1643191" cy="589278"/>
      </dsp:txXfrm>
    </dsp:sp>
    <dsp:sp modelId="{9AB16547-86F7-4243-AF56-2CC4BF49295B}">
      <dsp:nvSpPr>
        <dsp:cNvPr id="0" name=""/>
        <dsp:cNvSpPr/>
      </dsp:nvSpPr>
      <dsp:spPr>
        <a:xfrm>
          <a:off x="0" y="2172895"/>
          <a:ext cx="3213564" cy="589278"/>
        </a:xfrm>
        <a:prstGeom prst="trapezoid">
          <a:avLst>
            <a:gd name="adj" fmla="val 58171"/>
          </a:avLst>
        </a:prstGeom>
        <a:solidFill>
          <a:srgbClr val="C00000"/>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latin typeface="KaiTi" panose="02010609060101010101" pitchFamily="49" charset="-122"/>
              <a:ea typeface="KaiTi" panose="02010609060101010101" pitchFamily="49" charset="-122"/>
            </a:rPr>
            <a:t>底层基础算法</a:t>
          </a:r>
        </a:p>
      </dsp:txBody>
      <dsp:txXfrm>
        <a:off x="562373" y="2172895"/>
        <a:ext cx="2088817" cy="58927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27CE5F-4F8B-7943-B02A-22BCB98DDCBD}">
      <dsp:nvSpPr>
        <dsp:cNvPr id="0" name=""/>
        <dsp:cNvSpPr/>
      </dsp:nvSpPr>
      <dsp:spPr>
        <a:xfrm rot="21300000">
          <a:off x="29239" y="2248192"/>
          <a:ext cx="10896735" cy="1146742"/>
        </a:xfrm>
        <a:prstGeom prst="mathMinus">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16CBD94-CABA-3840-808F-7B01C9B3AABA}">
      <dsp:nvSpPr>
        <dsp:cNvPr id="0" name=""/>
        <dsp:cNvSpPr/>
      </dsp:nvSpPr>
      <dsp:spPr>
        <a:xfrm>
          <a:off x="1343826" y="1068677"/>
          <a:ext cx="766328" cy="1828800"/>
        </a:xfrm>
        <a:prstGeom prst="downArrow">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C8DE9B-5EF6-5143-8602-9BE9F63E08F6}">
      <dsp:nvSpPr>
        <dsp:cNvPr id="0" name=""/>
        <dsp:cNvSpPr/>
      </dsp:nvSpPr>
      <dsp:spPr>
        <a:xfrm>
          <a:off x="7413157" y="478543"/>
          <a:ext cx="3505668" cy="1920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solidFill>
                <a:srgbClr val="00B050"/>
              </a:solidFill>
              <a:latin typeface="KaiTi" panose="02010609060101010101" pitchFamily="49" charset="-122"/>
              <a:ea typeface="KaiTi" panose="02010609060101010101" pitchFamily="49" charset="-122"/>
            </a:rPr>
            <a:t>一味盲从</a:t>
          </a:r>
        </a:p>
      </dsp:txBody>
      <dsp:txXfrm>
        <a:off x="7413157" y="478543"/>
        <a:ext cx="3505668" cy="1920240"/>
      </dsp:txXfrm>
    </dsp:sp>
    <dsp:sp modelId="{44E372AE-C5C5-B740-8FE6-05FD907DF7AC}">
      <dsp:nvSpPr>
        <dsp:cNvPr id="0" name=""/>
        <dsp:cNvSpPr/>
      </dsp:nvSpPr>
      <dsp:spPr>
        <a:xfrm>
          <a:off x="8837665" y="2497006"/>
          <a:ext cx="675619" cy="1828800"/>
        </a:xfrm>
        <a:prstGeom prst="upArrow">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3712F1-E236-8E4E-9417-C01ACF2EFE97}">
      <dsp:nvSpPr>
        <dsp:cNvPr id="0" name=""/>
        <dsp:cNvSpPr/>
      </dsp:nvSpPr>
      <dsp:spPr>
        <a:xfrm>
          <a:off x="0" y="2651760"/>
          <a:ext cx="3505668" cy="1920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solidFill>
                <a:srgbClr val="C00000"/>
              </a:solidFill>
              <a:latin typeface="KaiTi" panose="02010609060101010101" pitchFamily="49" charset="-122"/>
              <a:ea typeface="KaiTi" panose="02010609060101010101" pitchFamily="49" charset="-122"/>
            </a:rPr>
            <a:t>一味抵制</a:t>
          </a:r>
        </a:p>
      </dsp:txBody>
      <dsp:txXfrm>
        <a:off x="0" y="2651760"/>
        <a:ext cx="3505668" cy="192024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71D6D5-B7CA-EF4C-B522-44353DF53B43}">
      <dsp:nvSpPr>
        <dsp:cNvPr id="0" name=""/>
        <dsp:cNvSpPr/>
      </dsp:nvSpPr>
      <dsp:spPr>
        <a:xfrm>
          <a:off x="3056557" y="1875304"/>
          <a:ext cx="1888217" cy="1771258"/>
        </a:xfrm>
        <a:prstGeom prst="ellipse">
          <a:avLst/>
        </a:prstGeom>
        <a:blipFill rotWithShape="0">
          <a:blip xmlns:r="http://schemas.openxmlformats.org/officeDocument/2006/relationships" r:embed="rId1"/>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altLang="zh-CN" sz="3200" kern="1200" dirty="0">
              <a:solidFill>
                <a:srgbClr val="0000FF"/>
              </a:solidFill>
            </a:rPr>
            <a:t>AI</a:t>
          </a:r>
          <a:endParaRPr lang="zh-CN" altLang="en-US" sz="3200" kern="1200" dirty="0">
            <a:solidFill>
              <a:srgbClr val="0000FF"/>
            </a:solidFill>
          </a:endParaRPr>
        </a:p>
      </dsp:txBody>
      <dsp:txXfrm>
        <a:off x="3333080" y="2134699"/>
        <a:ext cx="1335171" cy="1252468"/>
      </dsp:txXfrm>
    </dsp:sp>
    <dsp:sp modelId="{6C4087B4-B2AE-8646-A14A-FE4F92338EFF}">
      <dsp:nvSpPr>
        <dsp:cNvPr id="0" name=""/>
        <dsp:cNvSpPr/>
      </dsp:nvSpPr>
      <dsp:spPr>
        <a:xfrm rot="16297755">
          <a:off x="3539439" y="1365729"/>
          <a:ext cx="1001284" cy="18901"/>
        </a:xfrm>
        <a:custGeom>
          <a:avLst/>
          <a:gdLst/>
          <a:ahLst/>
          <a:cxnLst/>
          <a:rect l="0" t="0" r="0" b="0"/>
          <a:pathLst>
            <a:path>
              <a:moveTo>
                <a:pt x="0" y="9450"/>
              </a:moveTo>
              <a:lnTo>
                <a:pt x="1001284" y="94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015049" y="1350148"/>
        <a:ext cx="50064" cy="50064"/>
      </dsp:txXfrm>
    </dsp:sp>
    <dsp:sp modelId="{3AD78B77-EABC-034F-A24D-42789A353435}">
      <dsp:nvSpPr>
        <dsp:cNvPr id="0" name=""/>
        <dsp:cNvSpPr/>
      </dsp:nvSpPr>
      <dsp:spPr>
        <a:xfrm>
          <a:off x="3639445" y="20891"/>
          <a:ext cx="854022" cy="85402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工业</a:t>
          </a:r>
        </a:p>
      </dsp:txBody>
      <dsp:txXfrm>
        <a:off x="3764514" y="145960"/>
        <a:ext cx="603884" cy="603884"/>
      </dsp:txXfrm>
    </dsp:sp>
    <dsp:sp modelId="{335EE114-A913-C24D-A6E2-F8B3CEF37E7D}">
      <dsp:nvSpPr>
        <dsp:cNvPr id="0" name=""/>
        <dsp:cNvSpPr/>
      </dsp:nvSpPr>
      <dsp:spPr>
        <a:xfrm rot="17961644">
          <a:off x="4186924" y="1533257"/>
          <a:ext cx="998154" cy="18901"/>
        </a:xfrm>
        <a:custGeom>
          <a:avLst/>
          <a:gdLst/>
          <a:ahLst/>
          <a:cxnLst/>
          <a:rect l="0" t="0" r="0" b="0"/>
          <a:pathLst>
            <a:path>
              <a:moveTo>
                <a:pt x="0" y="9450"/>
              </a:moveTo>
              <a:lnTo>
                <a:pt x="998154" y="94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661047" y="1517754"/>
        <a:ext cx="49907" cy="49907"/>
      </dsp:txXfrm>
    </dsp:sp>
    <dsp:sp modelId="{4A4718D7-CA56-334F-876E-3337F674A0A5}">
      <dsp:nvSpPr>
        <dsp:cNvPr id="0" name=""/>
        <dsp:cNvSpPr/>
      </dsp:nvSpPr>
      <dsp:spPr>
        <a:xfrm>
          <a:off x="4713057" y="308564"/>
          <a:ext cx="854022" cy="85402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农业</a:t>
          </a:r>
        </a:p>
      </dsp:txBody>
      <dsp:txXfrm>
        <a:off x="4838126" y="433633"/>
        <a:ext cx="603884" cy="603884"/>
      </dsp:txXfrm>
    </dsp:sp>
    <dsp:sp modelId="{4DCF1417-5B2B-1A40-9232-17D177D1B1CB}">
      <dsp:nvSpPr>
        <dsp:cNvPr id="0" name=""/>
        <dsp:cNvSpPr/>
      </dsp:nvSpPr>
      <dsp:spPr>
        <a:xfrm rot="19633738">
          <a:off x="4704541" y="1996783"/>
          <a:ext cx="936982" cy="18901"/>
        </a:xfrm>
        <a:custGeom>
          <a:avLst/>
          <a:gdLst/>
          <a:ahLst/>
          <a:cxnLst/>
          <a:rect l="0" t="0" r="0" b="0"/>
          <a:pathLst>
            <a:path>
              <a:moveTo>
                <a:pt x="0" y="9450"/>
              </a:moveTo>
              <a:lnTo>
                <a:pt x="936982" y="94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149607" y="1982809"/>
        <a:ext cx="46849" cy="46849"/>
      </dsp:txXfrm>
    </dsp:sp>
    <dsp:sp modelId="{CCD3BF21-84BF-5146-B255-A0E0263833F6}">
      <dsp:nvSpPr>
        <dsp:cNvPr id="0" name=""/>
        <dsp:cNvSpPr/>
      </dsp:nvSpPr>
      <dsp:spPr>
        <a:xfrm>
          <a:off x="5498995" y="1094502"/>
          <a:ext cx="854022" cy="85402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电商</a:t>
          </a:r>
        </a:p>
      </dsp:txBody>
      <dsp:txXfrm>
        <a:off x="5624064" y="1219571"/>
        <a:ext cx="603884" cy="603884"/>
      </dsp:txXfrm>
    </dsp:sp>
    <dsp:sp modelId="{6EC24BCE-04B8-A745-B759-BD1CA4F1BEBB}">
      <dsp:nvSpPr>
        <dsp:cNvPr id="0" name=""/>
        <dsp:cNvSpPr/>
      </dsp:nvSpPr>
      <dsp:spPr>
        <a:xfrm rot="21342910">
          <a:off x="4940591" y="2649275"/>
          <a:ext cx="848456" cy="18901"/>
        </a:xfrm>
        <a:custGeom>
          <a:avLst/>
          <a:gdLst/>
          <a:ahLst/>
          <a:cxnLst/>
          <a:rect l="0" t="0" r="0" b="0"/>
          <a:pathLst>
            <a:path>
              <a:moveTo>
                <a:pt x="0" y="9450"/>
              </a:moveTo>
              <a:lnTo>
                <a:pt x="848456" y="94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343608" y="2637514"/>
        <a:ext cx="42422" cy="42422"/>
      </dsp:txXfrm>
    </dsp:sp>
    <dsp:sp modelId="{9B26AEDB-CD80-7F4C-B22D-23EB4A94325A}">
      <dsp:nvSpPr>
        <dsp:cNvPr id="0" name=""/>
        <dsp:cNvSpPr/>
      </dsp:nvSpPr>
      <dsp:spPr>
        <a:xfrm>
          <a:off x="5786669" y="2168114"/>
          <a:ext cx="854022" cy="85402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物流</a:t>
          </a:r>
        </a:p>
      </dsp:txBody>
      <dsp:txXfrm>
        <a:off x="5911738" y="2293183"/>
        <a:ext cx="603884" cy="603884"/>
      </dsp:txXfrm>
    </dsp:sp>
    <dsp:sp modelId="{F9AA7CED-B6FB-3C44-8D45-B73F017BFE3E}">
      <dsp:nvSpPr>
        <dsp:cNvPr id="0" name=""/>
        <dsp:cNvSpPr/>
      </dsp:nvSpPr>
      <dsp:spPr>
        <a:xfrm rot="1514640">
          <a:off x="4807490" y="3313197"/>
          <a:ext cx="769004" cy="18901"/>
        </a:xfrm>
        <a:custGeom>
          <a:avLst/>
          <a:gdLst/>
          <a:ahLst/>
          <a:cxnLst/>
          <a:rect l="0" t="0" r="0" b="0"/>
          <a:pathLst>
            <a:path>
              <a:moveTo>
                <a:pt x="0" y="9450"/>
              </a:moveTo>
              <a:lnTo>
                <a:pt x="769004" y="94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172768" y="3303422"/>
        <a:ext cx="38450" cy="38450"/>
      </dsp:txXfrm>
    </dsp:sp>
    <dsp:sp modelId="{F5954EBE-2183-6848-A22B-C22B4FC438A6}">
      <dsp:nvSpPr>
        <dsp:cNvPr id="0" name=""/>
        <dsp:cNvSpPr/>
      </dsp:nvSpPr>
      <dsp:spPr>
        <a:xfrm>
          <a:off x="5498995" y="3241726"/>
          <a:ext cx="854022" cy="85402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医疗</a:t>
          </a:r>
        </a:p>
      </dsp:txBody>
      <dsp:txXfrm>
        <a:off x="5624064" y="3366795"/>
        <a:ext cx="603884" cy="603884"/>
      </dsp:txXfrm>
    </dsp:sp>
    <dsp:sp modelId="{3B5B048C-69B2-4C44-8325-10B06F154873}">
      <dsp:nvSpPr>
        <dsp:cNvPr id="0" name=""/>
        <dsp:cNvSpPr/>
      </dsp:nvSpPr>
      <dsp:spPr>
        <a:xfrm rot="3364245">
          <a:off x="4347295" y="3795687"/>
          <a:ext cx="711641" cy="18901"/>
        </a:xfrm>
        <a:custGeom>
          <a:avLst/>
          <a:gdLst/>
          <a:ahLst/>
          <a:cxnLst/>
          <a:rect l="0" t="0" r="0" b="0"/>
          <a:pathLst>
            <a:path>
              <a:moveTo>
                <a:pt x="0" y="9450"/>
              </a:moveTo>
              <a:lnTo>
                <a:pt x="711641" y="94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685325" y="3787347"/>
        <a:ext cx="35582" cy="35582"/>
      </dsp:txXfrm>
    </dsp:sp>
    <dsp:sp modelId="{F2339034-E363-974D-8FC1-58A42449584D}">
      <dsp:nvSpPr>
        <dsp:cNvPr id="0" name=""/>
        <dsp:cNvSpPr/>
      </dsp:nvSpPr>
      <dsp:spPr>
        <a:xfrm>
          <a:off x="4713057" y="4027664"/>
          <a:ext cx="854022" cy="85402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教育</a:t>
          </a:r>
        </a:p>
      </dsp:txBody>
      <dsp:txXfrm>
        <a:off x="4838126" y="4152733"/>
        <a:ext cx="603884" cy="603884"/>
      </dsp:txXfrm>
    </dsp:sp>
    <dsp:sp modelId="{7254BB14-2476-BC46-84E3-6C8C133FB072}">
      <dsp:nvSpPr>
        <dsp:cNvPr id="0" name=""/>
        <dsp:cNvSpPr/>
      </dsp:nvSpPr>
      <dsp:spPr>
        <a:xfrm rot="5285895">
          <a:off x="3706268" y="3971402"/>
          <a:ext cx="669807" cy="18901"/>
        </a:xfrm>
        <a:custGeom>
          <a:avLst/>
          <a:gdLst/>
          <a:ahLst/>
          <a:cxnLst/>
          <a:rect l="0" t="0" r="0" b="0"/>
          <a:pathLst>
            <a:path>
              <a:moveTo>
                <a:pt x="0" y="9450"/>
              </a:moveTo>
              <a:lnTo>
                <a:pt x="669807" y="94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024427" y="3964108"/>
        <a:ext cx="33490" cy="33490"/>
      </dsp:txXfrm>
    </dsp:sp>
    <dsp:sp modelId="{36730CE1-7915-A044-A1BB-7EBEE41610AE}">
      <dsp:nvSpPr>
        <dsp:cNvPr id="0" name=""/>
        <dsp:cNvSpPr/>
      </dsp:nvSpPr>
      <dsp:spPr>
        <a:xfrm>
          <a:off x="3639445" y="4315337"/>
          <a:ext cx="854022" cy="85402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社交</a:t>
          </a:r>
        </a:p>
      </dsp:txBody>
      <dsp:txXfrm>
        <a:off x="3764514" y="4440406"/>
        <a:ext cx="603884" cy="603884"/>
      </dsp:txXfrm>
    </dsp:sp>
    <dsp:sp modelId="{F37AC3D5-914A-E246-A3E4-B6B38B975C4E}">
      <dsp:nvSpPr>
        <dsp:cNvPr id="0" name=""/>
        <dsp:cNvSpPr/>
      </dsp:nvSpPr>
      <dsp:spPr>
        <a:xfrm rot="7245226">
          <a:off x="3053844" y="3801533"/>
          <a:ext cx="644027" cy="18901"/>
        </a:xfrm>
        <a:custGeom>
          <a:avLst/>
          <a:gdLst/>
          <a:ahLst/>
          <a:cxnLst/>
          <a:rect l="0" t="0" r="0" b="0"/>
          <a:pathLst>
            <a:path>
              <a:moveTo>
                <a:pt x="0" y="9450"/>
              </a:moveTo>
              <a:lnTo>
                <a:pt x="644027" y="94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rot="10800000">
        <a:off x="3359758" y="3794883"/>
        <a:ext cx="32201" cy="32201"/>
      </dsp:txXfrm>
    </dsp:sp>
    <dsp:sp modelId="{A80CC155-7FCA-B24C-A0B5-E3D7EE700208}">
      <dsp:nvSpPr>
        <dsp:cNvPr id="0" name=""/>
        <dsp:cNvSpPr/>
      </dsp:nvSpPr>
      <dsp:spPr>
        <a:xfrm>
          <a:off x="2565834" y="4027664"/>
          <a:ext cx="854022" cy="85402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翻译</a:t>
          </a:r>
        </a:p>
      </dsp:txBody>
      <dsp:txXfrm>
        <a:off x="2690903" y="4152733"/>
        <a:ext cx="603884" cy="603884"/>
      </dsp:txXfrm>
    </dsp:sp>
    <dsp:sp modelId="{5932D01E-AF24-5A47-AC1F-632D223FCA0B}">
      <dsp:nvSpPr>
        <dsp:cNvPr id="0" name=""/>
        <dsp:cNvSpPr/>
      </dsp:nvSpPr>
      <dsp:spPr>
        <a:xfrm rot="9189390">
          <a:off x="2552768" y="3319229"/>
          <a:ext cx="652136" cy="18901"/>
        </a:xfrm>
        <a:custGeom>
          <a:avLst/>
          <a:gdLst/>
          <a:ahLst/>
          <a:cxnLst/>
          <a:rect l="0" t="0" r="0" b="0"/>
          <a:pathLst>
            <a:path>
              <a:moveTo>
                <a:pt x="0" y="9450"/>
              </a:moveTo>
              <a:lnTo>
                <a:pt x="652136" y="94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rot="10800000">
        <a:off x="2862533" y="3312377"/>
        <a:ext cx="32606" cy="32606"/>
      </dsp:txXfrm>
    </dsp:sp>
    <dsp:sp modelId="{255934EB-1994-A44E-821D-1CAC575B03C3}">
      <dsp:nvSpPr>
        <dsp:cNvPr id="0" name=""/>
        <dsp:cNvSpPr/>
      </dsp:nvSpPr>
      <dsp:spPr>
        <a:xfrm>
          <a:off x="1779895" y="3241726"/>
          <a:ext cx="854022" cy="85402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安全</a:t>
          </a:r>
        </a:p>
      </dsp:txBody>
      <dsp:txXfrm>
        <a:off x="1904964" y="3366795"/>
        <a:ext cx="603884" cy="603884"/>
      </dsp:txXfrm>
    </dsp:sp>
    <dsp:sp modelId="{8A6F1EED-D54C-274E-8F24-2B3C0EBD9A3F}">
      <dsp:nvSpPr>
        <dsp:cNvPr id="0" name=""/>
        <dsp:cNvSpPr/>
      </dsp:nvSpPr>
      <dsp:spPr>
        <a:xfrm rot="11073277">
          <a:off x="2343763" y="2648064"/>
          <a:ext cx="717312" cy="18901"/>
        </a:xfrm>
        <a:custGeom>
          <a:avLst/>
          <a:gdLst/>
          <a:ahLst/>
          <a:cxnLst/>
          <a:rect l="0" t="0" r="0" b="0"/>
          <a:pathLst>
            <a:path>
              <a:moveTo>
                <a:pt x="0" y="9450"/>
              </a:moveTo>
              <a:lnTo>
                <a:pt x="717312" y="94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rot="10800000">
        <a:off x="2684487" y="2639581"/>
        <a:ext cx="35865" cy="35865"/>
      </dsp:txXfrm>
    </dsp:sp>
    <dsp:sp modelId="{686CFC4A-7899-634E-956D-B3A69ED83876}">
      <dsp:nvSpPr>
        <dsp:cNvPr id="0" name=""/>
        <dsp:cNvSpPr/>
      </dsp:nvSpPr>
      <dsp:spPr>
        <a:xfrm>
          <a:off x="1492222" y="2168114"/>
          <a:ext cx="854022" cy="85402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机器人</a:t>
          </a:r>
        </a:p>
      </dsp:txBody>
      <dsp:txXfrm>
        <a:off x="1617291" y="2293183"/>
        <a:ext cx="603884" cy="603884"/>
      </dsp:txXfrm>
    </dsp:sp>
    <dsp:sp modelId="{8CB66207-BF18-8E4D-A069-F42A1540A52E}">
      <dsp:nvSpPr>
        <dsp:cNvPr id="0" name=""/>
        <dsp:cNvSpPr/>
      </dsp:nvSpPr>
      <dsp:spPr>
        <a:xfrm rot="12878581">
          <a:off x="2484696" y="1990524"/>
          <a:ext cx="829333" cy="18901"/>
        </a:xfrm>
        <a:custGeom>
          <a:avLst/>
          <a:gdLst/>
          <a:ahLst/>
          <a:cxnLst/>
          <a:rect l="0" t="0" r="0" b="0"/>
          <a:pathLst>
            <a:path>
              <a:moveTo>
                <a:pt x="0" y="9450"/>
              </a:moveTo>
              <a:lnTo>
                <a:pt x="829333" y="94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rot="10800000">
        <a:off x="2878630" y="1979241"/>
        <a:ext cx="41466" cy="41466"/>
      </dsp:txXfrm>
    </dsp:sp>
    <dsp:sp modelId="{E9AD78D3-C8B8-4242-BA9C-0B521A8D1D1D}">
      <dsp:nvSpPr>
        <dsp:cNvPr id="0" name=""/>
        <dsp:cNvSpPr/>
      </dsp:nvSpPr>
      <dsp:spPr>
        <a:xfrm>
          <a:off x="1779895" y="1094502"/>
          <a:ext cx="854022" cy="85402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娱乐</a:t>
          </a:r>
        </a:p>
      </dsp:txBody>
      <dsp:txXfrm>
        <a:off x="1904964" y="1219571"/>
        <a:ext cx="603884" cy="603884"/>
      </dsp:txXfrm>
    </dsp:sp>
    <dsp:sp modelId="{2B4F5858-B868-2F43-88AF-F68C2A1DEC1E}">
      <dsp:nvSpPr>
        <dsp:cNvPr id="0" name=""/>
        <dsp:cNvSpPr/>
      </dsp:nvSpPr>
      <dsp:spPr>
        <a:xfrm rot="14612701">
          <a:off x="2922772" y="1528698"/>
          <a:ext cx="938868" cy="18901"/>
        </a:xfrm>
        <a:custGeom>
          <a:avLst/>
          <a:gdLst/>
          <a:ahLst/>
          <a:cxnLst/>
          <a:rect l="0" t="0" r="0" b="0"/>
          <a:pathLst>
            <a:path>
              <a:moveTo>
                <a:pt x="0" y="9450"/>
              </a:moveTo>
              <a:lnTo>
                <a:pt x="938868" y="94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rot="10800000">
        <a:off x="3368735" y="1514677"/>
        <a:ext cx="46943" cy="46943"/>
      </dsp:txXfrm>
    </dsp:sp>
    <dsp:sp modelId="{B21B4BA8-D513-784A-A1B5-19705808889E}">
      <dsp:nvSpPr>
        <dsp:cNvPr id="0" name=""/>
        <dsp:cNvSpPr/>
      </dsp:nvSpPr>
      <dsp:spPr>
        <a:xfrm>
          <a:off x="2565834" y="308564"/>
          <a:ext cx="854022" cy="85402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汽车</a:t>
          </a:r>
        </a:p>
      </dsp:txBody>
      <dsp:txXfrm>
        <a:off x="2690903" y="433633"/>
        <a:ext cx="603884" cy="603884"/>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5/8/layout/arrow3">
  <dgm:title val=""/>
  <dgm:desc val=""/>
  <dgm:catLst>
    <dgm:cat type="relationship" pri="5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none"/>
      <dgm:param type="vertAlign" val="none"/>
    </dgm:alg>
    <dgm:shape xmlns:r="http://schemas.openxmlformats.org/officeDocument/2006/relationships" r:blip="">
      <dgm:adjLst/>
    </dgm:shape>
    <dgm:presOf/>
    <dgm:choose name="Name0">
      <dgm:if name="Name1" func="var" arg="dir" op="equ" val="norm">
        <dgm:choose name="Name2">
          <dgm:if name="Name3"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l" for="ch" forName="downArrow" refType="w" fact="0.1"/>
              <dgm:constr type="t" for="ch" forName="downArrow" refType="h" fact="0.05"/>
              <dgm:constr type="lOff" for="ch" forName="downArrow" refType="w" fact="0.02"/>
              <dgm:constr type="w" for="ch" forName="downArrowText" refType="w" fact="0.32"/>
              <dgm:constr type="h" for="ch" forName="downArrowText" refType="h" fact="0.42"/>
              <dgm:constr type="t" for="ch" forName="downArrowText"/>
              <dgm:constr type="r" for="ch" forName="downArrowText" refType="w" fact="0.85"/>
              <dgm:constr type="w" for="ch" forName="upArrow" refType="w" fact="0.3"/>
              <dgm:constr type="h" for="ch" forName="upArrow" refType="h" fact="0.4"/>
              <dgm:constr type="b" for="ch" forName="upArrow" refType="h" fact="0.95"/>
              <dgm:constr type="r" for="ch" forName="upArrow" refType="w" fact="0.9"/>
              <dgm:constr type="rOff" for="ch" forName="upArrow" refType="w" fact="-0.02"/>
              <dgm:constr type="w" for="ch" forName="upArrowText" refType="w" fact="0.32"/>
              <dgm:constr type="h" for="ch" forName="upArrowText" refType="h" fact="0.42"/>
              <dgm:constr type="b" for="ch" forName="upArrowText" refType="h"/>
              <dgm:constr type="l" for="ch" forName="upArrowText" refType="w" fact="0.15"/>
              <dgm:constr type="primFontSz" for="ch" ptType="node" op="equ" val="65"/>
            </dgm:constrLst>
          </dgm:if>
          <dgm:else name="Name4">
            <dgm:constrLst>
              <dgm:constr type="w" for="ch" forName="downArrow" refType="w" fact="0.4"/>
              <dgm:constr type="h" for="ch" forName="downArrow" refType="h" fact="0.8"/>
              <dgm:constr type="l" for="ch" forName="downArrow" refType="w" fact="0.02"/>
              <dgm:constr type="t" for="ch" forName="downArrow" refType="h" fact="0.05"/>
              <dgm:constr type="lOff" for="ch" forName="downArrow" refType="w" fact="0.02"/>
              <dgm:constr type="w" for="ch" forName="downArrowText" refType="w" fact="0.5"/>
              <dgm:constr type="h" for="ch" forName="downArrowText" refType="h"/>
              <dgm:constr type="t" for="ch" forName="downArrowText"/>
              <dgm:constr type="r" for="ch" forName="downArrowText" refType="w"/>
              <dgm:constr type="primFontSz" for="ch" ptType="node" op="equ" val="65"/>
            </dgm:constrLst>
          </dgm:else>
        </dgm:choose>
      </dgm:if>
      <dgm:else name="Name5">
        <dgm:choose name="Name6">
          <dgm:if name="Name7"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r" for="ch" forName="downArrow" refType="w" fact="0.9"/>
              <dgm:constr type="t" for="ch" forName="downArrow" refType="h" fact="0.05"/>
              <dgm:constr type="rOff" for="ch" forName="downArrow" refType="w" fact="-0.02"/>
              <dgm:constr type="w" for="ch" forName="downArrowText" refType="w" fact="0.32"/>
              <dgm:constr type="h" for="ch" forName="downArrowText" refType="h" fact="0.42"/>
              <dgm:constr type="t" for="ch" forName="downArrowText"/>
              <dgm:constr type="l" for="ch" forName="downArrowText" refType="w" fact="0.15"/>
              <dgm:constr type="w" for="ch" forName="upArrow" refType="w" fact="0.3"/>
              <dgm:constr type="h" for="ch" forName="upArrow" refType="h" fact="0.4"/>
              <dgm:constr type="b" for="ch" forName="upArrow" refType="h" fact="0.95"/>
              <dgm:constr type="l" for="ch" forName="upArrow" refType="w" fact="0.1"/>
              <dgm:constr type="lOff" for="ch" forName="upArrow" refType="w" fact="0.02"/>
              <dgm:constr type="w" for="ch" forName="upArrowText" refType="w" fact="0.32"/>
              <dgm:constr type="h" for="ch" forName="upArrowText" refType="h" fact="0.42"/>
              <dgm:constr type="b" for="ch" forName="upArrowText" refType="h"/>
              <dgm:constr type="r" for="ch" forName="upArrowText" refType="w" fact="0.85"/>
              <dgm:constr type="primFontSz" for="ch" ptType="node" op="equ" val="65"/>
            </dgm:constrLst>
          </dgm:if>
          <dgm:else name="Name8">
            <dgm:constrLst>
              <dgm:constr type="w" for="ch" forName="downArrow" refType="w" fact="0.4"/>
              <dgm:constr type="h" for="ch" forName="downArrow" refType="h" fact="0.8"/>
              <dgm:constr type="r" for="ch" forName="downArrow" refType="w" fact="0.98"/>
              <dgm:constr type="t" for="ch" forName="downArrow" refType="h" fact="0.05"/>
              <dgm:constr type="rOff" for="ch" forName="downArrow" refType="w" fact="-0.02"/>
              <dgm:constr type="w" for="ch" forName="downArrowText" refType="w" fact="0.5"/>
              <dgm:constr type="h" for="ch" forName="downArrowText" refType="h"/>
              <dgm:constr type="t" for="ch" forName="downArrowText"/>
              <dgm:constr type="l" for="ch" forName="downArrowText"/>
              <dgm:constr type="primFontSz" for="ch" ptType="node" op="equ" val="65"/>
            </dgm:constrLst>
          </dgm:else>
        </dgm:choose>
      </dgm:else>
    </dgm:choose>
    <dgm:ruleLst/>
    <dgm:choose name="Name9">
      <dgm:if name="Name10" axis="ch" ptType="node" func="cnt" op="gte" val="2">
        <dgm:layoutNode name="divider" styleLbl="fgShp">
          <dgm:alg type="sp"/>
          <dgm:choose name="Name11">
            <dgm:if name="Name12" func="var" arg="dir" op="equ" val="norm">
              <dgm:shape xmlns:r="http://schemas.openxmlformats.org/officeDocument/2006/relationships" rot="-5" type="mathMinus" r:blip="">
                <dgm:adjLst/>
              </dgm:shape>
            </dgm:if>
            <dgm:else name="Name13">
              <dgm:shape xmlns:r="http://schemas.openxmlformats.org/officeDocument/2006/relationships" rot="5" type="mathMinus" r:blip="">
                <dgm:adjLst/>
              </dgm:shape>
            </dgm:else>
          </dgm:choose>
          <dgm:presOf/>
          <dgm:constrLst/>
          <dgm:ruleLst/>
        </dgm:layoutNode>
      </dgm:if>
      <dgm:else name="Name14"/>
    </dgm:choose>
    <dgm:forEach name="Name15" axis="ch" ptType="node"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forEach name="Name16" axis="ch" ptType="node" st="2" cnt="1">
      <dgm:layoutNode name="upArrow" styleLbl="node1">
        <dgm:alg type="sp"/>
        <dgm:shape xmlns:r="http://schemas.openxmlformats.org/officeDocument/2006/relationships" type="upArrow" r:blip="">
          <dgm:adjLst/>
        </dgm:shape>
        <dgm:presOf/>
        <dgm:constrLst/>
        <dgm:ruleLst/>
      </dgm:layoutNode>
      <dgm:layoutNode name="up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layoutNode>
</dgm:layoutDef>
</file>

<file path=ppt/diagrams/layout12.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B4435F-2CFF-4B1D-8A86-E0615372DB2B}" type="datetimeFigureOut">
              <a:rPr lang="zh-CN" altLang="en-US" smtClean="0"/>
              <a:t>2024/1/28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7667D9-58AC-4763-A28B-7E7CD1FEDBB1}" type="slidenum">
              <a:rPr lang="zh-CN" altLang="en-US" smtClean="0"/>
              <a:t>‹#›</a:t>
            </a:fld>
            <a:endParaRPr lang="zh-CN" altLang="en-US"/>
          </a:p>
        </p:txBody>
      </p:sp>
    </p:spTree>
    <p:extLst>
      <p:ext uri="{BB962C8B-B14F-4D97-AF65-F5344CB8AC3E}">
        <p14:creationId xmlns:p14="http://schemas.microsoft.com/office/powerpoint/2010/main" val="2232859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907667D9-58AC-4763-A28B-7E7CD1FEDBB1}" type="slidenum">
              <a:rPr lang="zh-CN" altLang="en-US" smtClean="0"/>
              <a:t>1</a:t>
            </a:fld>
            <a:endParaRPr lang="zh-CN" altLang="en-US"/>
          </a:p>
        </p:txBody>
      </p:sp>
    </p:spTree>
    <p:extLst>
      <p:ext uri="{BB962C8B-B14F-4D97-AF65-F5344CB8AC3E}">
        <p14:creationId xmlns:p14="http://schemas.microsoft.com/office/powerpoint/2010/main" val="5291384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907667D9-58AC-4763-A28B-7E7CD1FEDBB1}" type="slidenum">
              <a:rPr lang="zh-CN" altLang="en-US" smtClean="0"/>
              <a:t>2</a:t>
            </a:fld>
            <a:endParaRPr lang="zh-CN" altLang="en-US"/>
          </a:p>
        </p:txBody>
      </p:sp>
    </p:spTree>
    <p:extLst>
      <p:ext uri="{BB962C8B-B14F-4D97-AF65-F5344CB8AC3E}">
        <p14:creationId xmlns:p14="http://schemas.microsoft.com/office/powerpoint/2010/main" val="10625585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和中国的芯片产业一样，中国的人工智能发展也面临着卡脖子的窘境。 </a:t>
            </a:r>
            <a:endParaRPr kumimoji="1" lang="en-US" altLang="zh-CN" dirty="0"/>
          </a:p>
          <a:p>
            <a:r>
              <a:rPr kumimoji="1" lang="zh-CN" altLang="en-US" dirty="0"/>
              <a:t>在数学模型和算法方面，原创性严重不足，缺乏中国自己的核心算法，只能转向依赖开源代码</a:t>
            </a:r>
          </a:p>
        </p:txBody>
      </p:sp>
      <p:sp>
        <p:nvSpPr>
          <p:cNvPr id="4" name="灯片编号占位符 3"/>
          <p:cNvSpPr>
            <a:spLocks noGrp="1"/>
          </p:cNvSpPr>
          <p:nvPr>
            <p:ph type="sldNum" sz="quarter" idx="5"/>
          </p:nvPr>
        </p:nvSpPr>
        <p:spPr/>
        <p:txBody>
          <a:bodyPr/>
          <a:lstStyle/>
          <a:p>
            <a:fld id="{907667D9-58AC-4763-A28B-7E7CD1FEDBB1}" type="slidenum">
              <a:rPr lang="zh-CN" altLang="en-US" smtClean="0"/>
              <a:t>3</a:t>
            </a:fld>
            <a:endParaRPr lang="zh-CN" altLang="en-US"/>
          </a:p>
        </p:txBody>
      </p:sp>
    </p:spTree>
    <p:extLst>
      <p:ext uri="{BB962C8B-B14F-4D97-AF65-F5344CB8AC3E}">
        <p14:creationId xmlns:p14="http://schemas.microsoft.com/office/powerpoint/2010/main" val="27628868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说到人工智能的数学模型和算法，我们来看这张图。 </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这两张图是人工智能的数学工具的比例和结构。</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这些课程在国内工科院校都是必修的数学课，其中可以看到线性代数是基础中的基础，几乎所有数学课都以线性代数为底层的基础。 </a:t>
            </a:r>
          </a:p>
        </p:txBody>
      </p:sp>
      <p:sp>
        <p:nvSpPr>
          <p:cNvPr id="4" name="灯片编号占位符 3"/>
          <p:cNvSpPr>
            <a:spLocks noGrp="1"/>
          </p:cNvSpPr>
          <p:nvPr>
            <p:ph type="sldNum" sz="quarter" idx="5"/>
          </p:nvPr>
        </p:nvSpPr>
        <p:spPr/>
        <p:txBody>
          <a:bodyPr/>
          <a:lstStyle/>
          <a:p>
            <a:fld id="{907667D9-58AC-4763-A28B-7E7CD1FEDBB1}" type="slidenum">
              <a:rPr lang="zh-CN" altLang="en-US" smtClean="0"/>
              <a:t>4</a:t>
            </a:fld>
            <a:endParaRPr lang="zh-CN" altLang="en-US"/>
          </a:p>
        </p:txBody>
      </p:sp>
    </p:spTree>
    <p:extLst>
      <p:ext uri="{BB962C8B-B14F-4D97-AF65-F5344CB8AC3E}">
        <p14:creationId xmlns:p14="http://schemas.microsoft.com/office/powerpoint/2010/main" val="8904208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然而，和线性代数如此重要的底层基础相比，线性代数的教学实践却</a:t>
            </a:r>
            <a:endParaRPr kumimoji="1" lang="en-US" altLang="zh-CN" dirty="0"/>
          </a:p>
          <a:p>
            <a:r>
              <a:rPr kumimoji="1" lang="zh-CN" altLang="en-US" dirty="0"/>
              <a:t>根本的原因还是教学思维，把工科当成简单版的数学专业来教，而对工科的偏重实践的特点较少考虑</a:t>
            </a:r>
          </a:p>
        </p:txBody>
      </p:sp>
      <p:sp>
        <p:nvSpPr>
          <p:cNvPr id="4" name="灯片编号占位符 3"/>
          <p:cNvSpPr>
            <a:spLocks noGrp="1"/>
          </p:cNvSpPr>
          <p:nvPr>
            <p:ph type="sldNum" sz="quarter" idx="5"/>
          </p:nvPr>
        </p:nvSpPr>
        <p:spPr/>
        <p:txBody>
          <a:bodyPr/>
          <a:lstStyle/>
          <a:p>
            <a:fld id="{907667D9-58AC-4763-A28B-7E7CD1FEDBB1}" type="slidenum">
              <a:rPr lang="zh-CN" altLang="en-US" smtClean="0"/>
              <a:t>5</a:t>
            </a:fld>
            <a:endParaRPr lang="zh-CN" altLang="en-US"/>
          </a:p>
        </p:txBody>
      </p:sp>
    </p:spTree>
    <p:extLst>
      <p:ext uri="{BB962C8B-B14F-4D97-AF65-F5344CB8AC3E}">
        <p14:creationId xmlns:p14="http://schemas.microsoft.com/office/powerpoint/2010/main" val="42130768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说到人工智能的数学模型和算法，我们来看这张图。 </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这两张图是人工智能的数学工具的比例和结构。</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这些课程在国内工科院校都是必修的数学课，其中可以看到线性代数是基础中的基础，几乎所有数学课都以线性代数为底层的基础。 </a:t>
            </a:r>
          </a:p>
        </p:txBody>
      </p:sp>
      <p:sp>
        <p:nvSpPr>
          <p:cNvPr id="4" name="灯片编号占位符 3"/>
          <p:cNvSpPr>
            <a:spLocks noGrp="1"/>
          </p:cNvSpPr>
          <p:nvPr>
            <p:ph type="sldNum" sz="quarter" idx="5"/>
          </p:nvPr>
        </p:nvSpPr>
        <p:spPr/>
        <p:txBody>
          <a:bodyPr/>
          <a:lstStyle/>
          <a:p>
            <a:fld id="{907667D9-58AC-4763-A28B-7E7CD1FEDBB1}" type="slidenum">
              <a:rPr lang="zh-CN" altLang="en-US" smtClean="0"/>
              <a:t>6</a:t>
            </a:fld>
            <a:endParaRPr lang="zh-CN" altLang="en-US"/>
          </a:p>
        </p:txBody>
      </p:sp>
    </p:spTree>
    <p:extLst>
      <p:ext uri="{BB962C8B-B14F-4D97-AF65-F5344CB8AC3E}">
        <p14:creationId xmlns:p14="http://schemas.microsoft.com/office/powerpoint/2010/main" val="4911776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907667D9-58AC-4763-A28B-7E7CD1FEDBB1}" type="slidenum">
              <a:rPr lang="zh-CN" altLang="en-US" smtClean="0"/>
              <a:t>7</a:t>
            </a:fld>
            <a:endParaRPr lang="zh-CN" altLang="en-US"/>
          </a:p>
        </p:txBody>
      </p:sp>
    </p:spTree>
    <p:extLst>
      <p:ext uri="{BB962C8B-B14F-4D97-AF65-F5344CB8AC3E}">
        <p14:creationId xmlns:p14="http://schemas.microsoft.com/office/powerpoint/2010/main" val="15053380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2000" dirty="0">
                <a:effectLst/>
                <a:latin typeface="Times New Roman" panose="02020603050405020304" pitchFamily="18" charset="0"/>
                <a:ea typeface="楷体" panose="02010609060101010101" pitchFamily="49" charset="-122"/>
                <a:cs typeface="Times New Roman" panose="02020603050405020304" pitchFamily="18" charset="0"/>
              </a:rPr>
              <a:t>人工智能是计算机科学发展到高级阶段，深度融合哲学、数学、计算机科学、控制论、心理学等众学科所形成的综合学科，是研究模拟、延伸和扩展人的智能的理论、方法、技术及应用的科学。</a:t>
            </a:r>
            <a:endParaRPr lang="zh-CN" altLang="en-US" sz="2000" dirty="0">
              <a:effectLst/>
              <a:latin typeface="Times New Roman" panose="02020603050405020304" pitchFamily="18" charset="0"/>
              <a:ea typeface="楷体" panose="02010609060101010101" pitchFamily="49" charset="-122"/>
              <a:cs typeface="Times New Roman" panose="02020603050405020304" pitchFamily="18" charset="0"/>
            </a:endParaRPr>
          </a:p>
          <a:p>
            <a:endParaRPr kumimoji="1" lang="zh-CN" altLang="en-US" sz="2000" dirty="0"/>
          </a:p>
        </p:txBody>
      </p:sp>
      <p:sp>
        <p:nvSpPr>
          <p:cNvPr id="4" name="灯片编号占位符 3"/>
          <p:cNvSpPr>
            <a:spLocks noGrp="1"/>
          </p:cNvSpPr>
          <p:nvPr>
            <p:ph type="sldNum" sz="quarter" idx="5"/>
          </p:nvPr>
        </p:nvSpPr>
        <p:spPr/>
        <p:txBody>
          <a:bodyPr/>
          <a:lstStyle/>
          <a:p>
            <a:fld id="{907667D9-58AC-4763-A28B-7E7CD1FEDBB1}" type="slidenum">
              <a:rPr lang="zh-CN" altLang="en-US" smtClean="0"/>
              <a:t>8</a:t>
            </a:fld>
            <a:endParaRPr lang="zh-CN" altLang="en-US"/>
          </a:p>
        </p:txBody>
      </p:sp>
    </p:spTree>
    <p:extLst>
      <p:ext uri="{BB962C8B-B14F-4D97-AF65-F5344CB8AC3E}">
        <p14:creationId xmlns:p14="http://schemas.microsoft.com/office/powerpoint/2010/main" val="32868217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为了改变这样的局面，我们的线性代数教改</a:t>
            </a:r>
          </a:p>
        </p:txBody>
      </p:sp>
      <p:sp>
        <p:nvSpPr>
          <p:cNvPr id="4" name="灯片编号占位符 3"/>
          <p:cNvSpPr>
            <a:spLocks noGrp="1"/>
          </p:cNvSpPr>
          <p:nvPr>
            <p:ph type="sldNum" sz="quarter" idx="5"/>
          </p:nvPr>
        </p:nvSpPr>
        <p:spPr/>
        <p:txBody>
          <a:bodyPr/>
          <a:lstStyle/>
          <a:p>
            <a:fld id="{907667D9-58AC-4763-A28B-7E7CD1FEDBB1}" type="slidenum">
              <a:rPr lang="zh-CN" altLang="en-US" smtClean="0"/>
              <a:t>9</a:t>
            </a:fld>
            <a:endParaRPr lang="zh-CN" altLang="en-US"/>
          </a:p>
        </p:txBody>
      </p:sp>
    </p:spTree>
    <p:extLst>
      <p:ext uri="{BB962C8B-B14F-4D97-AF65-F5344CB8AC3E}">
        <p14:creationId xmlns:p14="http://schemas.microsoft.com/office/powerpoint/2010/main" val="30911406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907667D9-58AC-4763-A28B-7E7CD1FEDBB1}" type="slidenum">
              <a:rPr lang="zh-CN" altLang="en-US" smtClean="0"/>
              <a:t>10</a:t>
            </a:fld>
            <a:endParaRPr lang="zh-CN" altLang="en-US"/>
          </a:p>
        </p:txBody>
      </p:sp>
    </p:spTree>
    <p:extLst>
      <p:ext uri="{BB962C8B-B14F-4D97-AF65-F5344CB8AC3E}">
        <p14:creationId xmlns:p14="http://schemas.microsoft.com/office/powerpoint/2010/main" val="35472540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907667D9-58AC-4763-A28B-7E7CD1FEDBB1}" type="slidenum">
              <a:rPr lang="zh-CN" altLang="en-US" smtClean="0"/>
              <a:t>14</a:t>
            </a:fld>
            <a:endParaRPr lang="zh-CN" altLang="en-US"/>
          </a:p>
        </p:txBody>
      </p:sp>
    </p:spTree>
    <p:extLst>
      <p:ext uri="{BB962C8B-B14F-4D97-AF65-F5344CB8AC3E}">
        <p14:creationId xmlns:p14="http://schemas.microsoft.com/office/powerpoint/2010/main" val="19066211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2000" dirty="0">
                <a:effectLst/>
                <a:latin typeface="Times New Roman" panose="02020603050405020304" pitchFamily="18" charset="0"/>
                <a:ea typeface="楷体" panose="02010609060101010101" pitchFamily="49" charset="-122"/>
                <a:cs typeface="Times New Roman" panose="02020603050405020304" pitchFamily="18" charset="0"/>
              </a:rPr>
              <a:t>人工智能是计算机科学发展到高级阶段，深度融合哲学、数学、计算机科学、控制论、心理学等众学科所形成的综合学科，是研究模拟、延伸和扩展人的智能的理论、方法、技术及应用的科学。</a:t>
            </a:r>
            <a:endParaRPr lang="zh-CN" altLang="en-US" sz="2000" dirty="0">
              <a:effectLst/>
              <a:latin typeface="Times New Roman" panose="02020603050405020304" pitchFamily="18" charset="0"/>
              <a:ea typeface="楷体" panose="02010609060101010101" pitchFamily="49" charset="-122"/>
              <a:cs typeface="Times New Roman" panose="02020603050405020304" pitchFamily="18" charset="0"/>
            </a:endParaRPr>
          </a:p>
          <a:p>
            <a:endParaRPr kumimoji="1" lang="zh-CN" altLang="en-US" sz="2000" dirty="0"/>
          </a:p>
        </p:txBody>
      </p:sp>
      <p:sp>
        <p:nvSpPr>
          <p:cNvPr id="4" name="灯片编号占位符 3"/>
          <p:cNvSpPr>
            <a:spLocks noGrp="1"/>
          </p:cNvSpPr>
          <p:nvPr>
            <p:ph type="sldNum" sz="quarter" idx="5"/>
          </p:nvPr>
        </p:nvSpPr>
        <p:spPr/>
        <p:txBody>
          <a:bodyPr/>
          <a:lstStyle/>
          <a:p>
            <a:fld id="{907667D9-58AC-4763-A28B-7E7CD1FEDBB1}" type="slidenum">
              <a:rPr lang="zh-CN" altLang="en-US" smtClean="0"/>
              <a:t>17</a:t>
            </a:fld>
            <a:endParaRPr lang="zh-CN" altLang="en-US"/>
          </a:p>
        </p:txBody>
      </p:sp>
    </p:spTree>
    <p:extLst>
      <p:ext uri="{BB962C8B-B14F-4D97-AF65-F5344CB8AC3E}">
        <p14:creationId xmlns:p14="http://schemas.microsoft.com/office/powerpoint/2010/main" val="26402061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atin typeface="Times New Roman" panose="02020603050405020304" pitchFamily="18" charset="0"/>
                <a:ea typeface="KaiTi" panose="02010609060101010101" pitchFamily="49" charset="-122"/>
                <a:cs typeface="Times New Roman" panose="02020603050405020304" pitchFamily="18" charset="0"/>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509963"/>
            <a:ext cx="9144000" cy="1655762"/>
          </a:xfrm>
        </p:spPr>
        <p:txBody>
          <a:bodyPr/>
          <a:lstStyle>
            <a:lvl1pPr marL="0" indent="0" algn="ctr">
              <a:buNone/>
              <a:defRPr sz="2400">
                <a:latin typeface="Times New Roman" panose="02020603050405020304" pitchFamily="18" charset="0"/>
                <a:ea typeface="KaiTi" panose="02010609060101010101" pitchFamily="49" charset="-122"/>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pic>
        <p:nvPicPr>
          <p:cNvPr id="7" name="图片 6">
            <a:extLst>
              <a:ext uri="{FF2B5EF4-FFF2-40B4-BE49-F238E27FC236}">
                <a16:creationId xmlns:a16="http://schemas.microsoft.com/office/drawing/2014/main" id="{E4D4C6A7-C246-E54F-ADA4-7F65B7906EDA}"/>
              </a:ext>
            </a:extLst>
          </p:cNvPr>
          <p:cNvPicPr>
            <a:picLocks noChangeAspect="1"/>
          </p:cNvPicPr>
          <p:nvPr userDrawn="1"/>
        </p:nvPicPr>
        <p:blipFill>
          <a:blip r:embed="rId2"/>
          <a:stretch>
            <a:fillRect/>
          </a:stretch>
        </p:blipFill>
        <p:spPr>
          <a:xfrm>
            <a:off x="0" y="6510528"/>
            <a:ext cx="12192000" cy="347472"/>
          </a:xfrm>
          <a:prstGeom prst="rect">
            <a:avLst/>
          </a:prstGeom>
        </p:spPr>
      </p:pic>
    </p:spTree>
    <p:extLst>
      <p:ext uri="{BB962C8B-B14F-4D97-AF65-F5344CB8AC3E}">
        <p14:creationId xmlns:p14="http://schemas.microsoft.com/office/powerpoint/2010/main" val="1405282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vl2pPr>
              <a:defRPr>
                <a:latin typeface="Times New Roman" panose="02020603050405020304" pitchFamily="18" charset="0"/>
                <a:ea typeface="KaiTi" panose="02010609060101010101" pitchFamily="49" charset="-122"/>
                <a:cs typeface="Times New Roman" panose="02020603050405020304" pitchFamily="18" charset="0"/>
              </a:defRPr>
            </a:lvl2pPr>
            <a:lvl3pPr>
              <a:defRPr>
                <a:latin typeface="Times New Roman" panose="02020603050405020304" pitchFamily="18" charset="0"/>
                <a:ea typeface="KaiTi" panose="02010609060101010101" pitchFamily="49" charset="-122"/>
                <a:cs typeface="Times New Roman" panose="02020603050405020304" pitchFamily="18" charset="0"/>
              </a:defRPr>
            </a:lvl3pPr>
            <a:lvl4pPr>
              <a:defRPr>
                <a:latin typeface="Times New Roman" panose="02020603050405020304" pitchFamily="18" charset="0"/>
                <a:ea typeface="KaiTi" panose="02010609060101010101" pitchFamily="49" charset="-122"/>
                <a:cs typeface="Times New Roman" panose="02020603050405020304" pitchFamily="18" charset="0"/>
              </a:defRPr>
            </a:lvl4pPr>
            <a:lvl5pPr>
              <a:defRPr>
                <a:latin typeface="Times New Roman" panose="02020603050405020304" pitchFamily="18" charset="0"/>
                <a:ea typeface="KaiTi" panose="02010609060101010101" pitchFamily="49" charset="-122"/>
                <a:cs typeface="Times New Roman" panose="02020603050405020304" pitchFamily="18" charset="0"/>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pic>
        <p:nvPicPr>
          <p:cNvPr id="7" name="图片 6">
            <a:extLst>
              <a:ext uri="{FF2B5EF4-FFF2-40B4-BE49-F238E27FC236}">
                <a16:creationId xmlns:a16="http://schemas.microsoft.com/office/drawing/2014/main" id="{47FBF1D3-B648-6749-951D-9C1D53864219}"/>
              </a:ext>
            </a:extLst>
          </p:cNvPr>
          <p:cNvPicPr>
            <a:picLocks noChangeAspect="1"/>
          </p:cNvPicPr>
          <p:nvPr userDrawn="1"/>
        </p:nvPicPr>
        <p:blipFill>
          <a:blip r:embed="rId2"/>
          <a:stretch>
            <a:fillRect/>
          </a:stretch>
        </p:blipFill>
        <p:spPr>
          <a:xfrm>
            <a:off x="0" y="0"/>
            <a:ext cx="12192000" cy="910828"/>
          </a:xfrm>
          <a:prstGeom prst="rect">
            <a:avLst/>
          </a:prstGeom>
        </p:spPr>
      </p:pic>
      <p:pic>
        <p:nvPicPr>
          <p:cNvPr id="8" name="图片 7">
            <a:extLst>
              <a:ext uri="{FF2B5EF4-FFF2-40B4-BE49-F238E27FC236}">
                <a16:creationId xmlns:a16="http://schemas.microsoft.com/office/drawing/2014/main" id="{3C9A212C-BF58-0342-AFD4-D1D36C1B9673}"/>
              </a:ext>
            </a:extLst>
          </p:cNvPr>
          <p:cNvPicPr>
            <a:picLocks noChangeAspect="1"/>
          </p:cNvPicPr>
          <p:nvPr userDrawn="1"/>
        </p:nvPicPr>
        <p:blipFill>
          <a:blip r:embed="rId3"/>
          <a:stretch>
            <a:fillRect/>
          </a:stretch>
        </p:blipFill>
        <p:spPr>
          <a:xfrm>
            <a:off x="0" y="6510528"/>
            <a:ext cx="12192000" cy="347472"/>
          </a:xfrm>
          <a:prstGeom prst="rect">
            <a:avLst/>
          </a:prstGeom>
        </p:spPr>
      </p:pic>
    </p:spTree>
    <p:extLst>
      <p:ext uri="{BB962C8B-B14F-4D97-AF65-F5344CB8AC3E}">
        <p14:creationId xmlns:p14="http://schemas.microsoft.com/office/powerpoint/2010/main" val="3681234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449808" y="278946"/>
            <a:ext cx="10515600" cy="1325563"/>
          </a:xfrm>
        </p:spPr>
        <p:txBody>
          <a:bodyPr>
            <a:normAutofit/>
          </a:bodyPr>
          <a:lstStyle>
            <a:lvl1pPr>
              <a:defRPr sz="4000">
                <a:latin typeface="Times New Roman" panose="02020603050405020304" pitchFamily="18" charset="0"/>
                <a:ea typeface="KaiTi" panose="02010609060101010101" pitchFamily="49" charset="-122"/>
                <a:cs typeface="Times New Roman" panose="02020603050405020304" pitchFamily="18" charset="0"/>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vl2pPr>
              <a:defRPr>
                <a:latin typeface="Times New Roman" panose="02020603050405020304" pitchFamily="18" charset="0"/>
                <a:ea typeface="KaiTi" panose="02010609060101010101" pitchFamily="49" charset="-122"/>
                <a:cs typeface="Times New Roman" panose="02020603050405020304" pitchFamily="18" charset="0"/>
              </a:defRPr>
            </a:lvl2pPr>
            <a:lvl3pPr>
              <a:defRPr>
                <a:latin typeface="Times New Roman" panose="02020603050405020304" pitchFamily="18" charset="0"/>
                <a:ea typeface="KaiTi" panose="02010609060101010101" pitchFamily="49" charset="-122"/>
                <a:cs typeface="Times New Roman" panose="02020603050405020304" pitchFamily="18" charset="0"/>
              </a:defRPr>
            </a:lvl3pPr>
            <a:lvl4pPr>
              <a:defRPr>
                <a:latin typeface="Times New Roman" panose="02020603050405020304" pitchFamily="18" charset="0"/>
                <a:ea typeface="KaiTi" panose="02010609060101010101" pitchFamily="49" charset="-122"/>
                <a:cs typeface="Times New Roman" panose="02020603050405020304" pitchFamily="18" charset="0"/>
              </a:defRPr>
            </a:lvl4pPr>
            <a:lvl5pPr>
              <a:defRPr>
                <a:latin typeface="Times New Roman" panose="02020603050405020304" pitchFamily="18" charset="0"/>
                <a:ea typeface="KaiTi" panose="02010609060101010101" pitchFamily="49" charset="-122"/>
                <a:cs typeface="Times New Roman" panose="02020603050405020304" pitchFamily="18" charset="0"/>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pic>
        <p:nvPicPr>
          <p:cNvPr id="8" name="图片 7">
            <a:extLst>
              <a:ext uri="{FF2B5EF4-FFF2-40B4-BE49-F238E27FC236}">
                <a16:creationId xmlns:a16="http://schemas.microsoft.com/office/drawing/2014/main" id="{9562D2EF-0F5A-A843-818B-EF9B192177D9}"/>
              </a:ext>
            </a:extLst>
          </p:cNvPr>
          <p:cNvPicPr>
            <a:picLocks noChangeAspect="1"/>
          </p:cNvPicPr>
          <p:nvPr userDrawn="1"/>
        </p:nvPicPr>
        <p:blipFill>
          <a:blip r:embed="rId2" cstate="print"/>
          <a:stretch>
            <a:fillRect/>
          </a:stretch>
        </p:blipFill>
        <p:spPr>
          <a:xfrm>
            <a:off x="10826514" y="119925"/>
            <a:ext cx="1178039" cy="856527"/>
          </a:xfrm>
          <a:prstGeom prst="ellipse">
            <a:avLst/>
          </a:prstGeom>
          <a:ln>
            <a:noFill/>
          </a:ln>
          <a:effectLst>
            <a:softEdge rad="0"/>
          </a:effectLst>
        </p:spPr>
      </p:pic>
      <p:pic>
        <p:nvPicPr>
          <p:cNvPr id="9" name="图片 8">
            <a:extLst>
              <a:ext uri="{FF2B5EF4-FFF2-40B4-BE49-F238E27FC236}">
                <a16:creationId xmlns:a16="http://schemas.microsoft.com/office/drawing/2014/main" id="{C48D6D01-C5C6-A54E-B721-10F22836520F}"/>
              </a:ext>
            </a:extLst>
          </p:cNvPr>
          <p:cNvPicPr>
            <a:picLocks noChangeAspect="1"/>
          </p:cNvPicPr>
          <p:nvPr userDrawn="1"/>
        </p:nvPicPr>
        <p:blipFill>
          <a:blip r:embed="rId3"/>
          <a:stretch>
            <a:fillRect/>
          </a:stretch>
        </p:blipFill>
        <p:spPr>
          <a:xfrm>
            <a:off x="0" y="6510528"/>
            <a:ext cx="12192000" cy="347472"/>
          </a:xfrm>
          <a:prstGeom prst="rect">
            <a:avLst/>
          </a:prstGeom>
        </p:spPr>
      </p:pic>
    </p:spTree>
    <p:extLst>
      <p:ext uri="{BB962C8B-B14F-4D97-AF65-F5344CB8AC3E}">
        <p14:creationId xmlns:p14="http://schemas.microsoft.com/office/powerpoint/2010/main" val="2543688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5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449808" y="278946"/>
            <a:ext cx="10515600" cy="1325563"/>
          </a:xfrm>
        </p:spPr>
        <p:txBody>
          <a:bodyPr>
            <a:normAutofit/>
          </a:bodyPr>
          <a:lstStyle>
            <a:lvl1pPr>
              <a:defRPr sz="4000" b="1">
                <a:latin typeface="Times New Roman" panose="02020603050405020304" pitchFamily="18" charset="0"/>
                <a:ea typeface="KaiTi" panose="02010609060101010101" pitchFamily="49" charset="-122"/>
                <a:cs typeface="Times New Roman" panose="02020603050405020304" pitchFamily="18" charset="0"/>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vl2pPr>
              <a:defRPr>
                <a:latin typeface="Times New Roman" panose="02020603050405020304" pitchFamily="18" charset="0"/>
                <a:ea typeface="KaiTi" panose="02010609060101010101" pitchFamily="49" charset="-122"/>
                <a:cs typeface="Times New Roman" panose="02020603050405020304" pitchFamily="18" charset="0"/>
              </a:defRPr>
            </a:lvl2pPr>
            <a:lvl3pPr>
              <a:defRPr>
                <a:latin typeface="Times New Roman" panose="02020603050405020304" pitchFamily="18" charset="0"/>
                <a:ea typeface="KaiTi" panose="02010609060101010101" pitchFamily="49" charset="-122"/>
                <a:cs typeface="Times New Roman" panose="02020603050405020304" pitchFamily="18" charset="0"/>
              </a:defRPr>
            </a:lvl3pPr>
            <a:lvl4pPr>
              <a:defRPr>
                <a:latin typeface="Times New Roman" panose="02020603050405020304" pitchFamily="18" charset="0"/>
                <a:ea typeface="KaiTi" panose="02010609060101010101" pitchFamily="49" charset="-122"/>
                <a:cs typeface="Times New Roman" panose="02020603050405020304" pitchFamily="18" charset="0"/>
              </a:defRPr>
            </a:lvl4pPr>
            <a:lvl5pPr>
              <a:defRPr>
                <a:latin typeface="Times New Roman" panose="02020603050405020304" pitchFamily="18" charset="0"/>
                <a:ea typeface="KaiTi" panose="02010609060101010101" pitchFamily="49" charset="-122"/>
                <a:cs typeface="Times New Roman" panose="02020603050405020304" pitchFamily="18" charset="0"/>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pic>
        <p:nvPicPr>
          <p:cNvPr id="9" name="图片 8">
            <a:extLst>
              <a:ext uri="{FF2B5EF4-FFF2-40B4-BE49-F238E27FC236}">
                <a16:creationId xmlns:a16="http://schemas.microsoft.com/office/drawing/2014/main" id="{C48D6D01-C5C6-A54E-B721-10F22836520F}"/>
              </a:ext>
            </a:extLst>
          </p:cNvPr>
          <p:cNvPicPr>
            <a:picLocks noChangeAspect="1"/>
          </p:cNvPicPr>
          <p:nvPr userDrawn="1"/>
        </p:nvPicPr>
        <p:blipFill>
          <a:blip r:embed="rId2"/>
          <a:stretch>
            <a:fillRect/>
          </a:stretch>
        </p:blipFill>
        <p:spPr>
          <a:xfrm>
            <a:off x="0" y="6510528"/>
            <a:ext cx="12192000" cy="347472"/>
          </a:xfrm>
          <a:prstGeom prst="rect">
            <a:avLst/>
          </a:prstGeom>
        </p:spPr>
      </p:pic>
    </p:spTree>
    <p:extLst>
      <p:ext uri="{BB962C8B-B14F-4D97-AF65-F5344CB8AC3E}">
        <p14:creationId xmlns:p14="http://schemas.microsoft.com/office/powerpoint/2010/main" val="3792144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7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449808" y="278946"/>
            <a:ext cx="10515600" cy="1325563"/>
          </a:xfrm>
        </p:spPr>
        <p:txBody>
          <a:bodyPr>
            <a:normAutofit/>
          </a:bodyPr>
          <a:lstStyle>
            <a:lvl1pPr>
              <a:defRPr sz="4000" b="1">
                <a:latin typeface="Times New Roman" panose="02020603050405020304" pitchFamily="18" charset="0"/>
                <a:ea typeface="KaiTi" panose="02010609060101010101" pitchFamily="49" charset="-122"/>
                <a:cs typeface="Times New Roman" panose="02020603050405020304" pitchFamily="18" charset="0"/>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vl2pPr>
              <a:defRPr>
                <a:latin typeface="Times New Roman" panose="02020603050405020304" pitchFamily="18" charset="0"/>
                <a:ea typeface="KaiTi" panose="02010609060101010101" pitchFamily="49" charset="-122"/>
                <a:cs typeface="Times New Roman" panose="02020603050405020304" pitchFamily="18" charset="0"/>
              </a:defRPr>
            </a:lvl2pPr>
            <a:lvl3pPr>
              <a:defRPr>
                <a:latin typeface="Times New Roman" panose="02020603050405020304" pitchFamily="18" charset="0"/>
                <a:ea typeface="KaiTi" panose="02010609060101010101" pitchFamily="49" charset="-122"/>
                <a:cs typeface="Times New Roman" panose="02020603050405020304" pitchFamily="18" charset="0"/>
              </a:defRPr>
            </a:lvl3pPr>
            <a:lvl4pPr>
              <a:defRPr>
                <a:latin typeface="Times New Roman" panose="02020603050405020304" pitchFamily="18" charset="0"/>
                <a:ea typeface="KaiTi" panose="02010609060101010101" pitchFamily="49" charset="-122"/>
                <a:cs typeface="Times New Roman" panose="02020603050405020304" pitchFamily="18" charset="0"/>
              </a:defRPr>
            </a:lvl4pPr>
            <a:lvl5pPr>
              <a:defRPr>
                <a:latin typeface="Times New Roman" panose="02020603050405020304" pitchFamily="18" charset="0"/>
                <a:ea typeface="KaiTi" panose="02010609060101010101" pitchFamily="49" charset="-122"/>
                <a:cs typeface="Times New Roman" panose="02020603050405020304" pitchFamily="18" charset="0"/>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extLst>
      <p:ext uri="{BB962C8B-B14F-4D97-AF65-F5344CB8AC3E}">
        <p14:creationId xmlns:p14="http://schemas.microsoft.com/office/powerpoint/2010/main" val="3485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4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449808" y="278946"/>
            <a:ext cx="10515600" cy="1325563"/>
          </a:xfrm>
        </p:spPr>
        <p:txBody>
          <a:bodyPr>
            <a:normAutofit/>
          </a:bodyPr>
          <a:lstStyle>
            <a:lvl1pPr>
              <a:defRPr sz="4000">
                <a:latin typeface="Times New Roman" panose="02020603050405020304" pitchFamily="18" charset="0"/>
                <a:ea typeface="KaiTi" panose="02010609060101010101" pitchFamily="49" charset="-122"/>
                <a:cs typeface="Times New Roman" panose="02020603050405020304" pitchFamily="18" charset="0"/>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vl2pPr>
              <a:defRPr>
                <a:latin typeface="Times New Roman" panose="02020603050405020304" pitchFamily="18" charset="0"/>
                <a:ea typeface="KaiTi" panose="02010609060101010101" pitchFamily="49" charset="-122"/>
                <a:cs typeface="Times New Roman" panose="02020603050405020304" pitchFamily="18" charset="0"/>
              </a:defRPr>
            </a:lvl2pPr>
            <a:lvl3pPr>
              <a:defRPr>
                <a:latin typeface="Times New Roman" panose="02020603050405020304" pitchFamily="18" charset="0"/>
                <a:ea typeface="KaiTi" panose="02010609060101010101" pitchFamily="49" charset="-122"/>
                <a:cs typeface="Times New Roman" panose="02020603050405020304" pitchFamily="18" charset="0"/>
              </a:defRPr>
            </a:lvl3pPr>
            <a:lvl4pPr>
              <a:defRPr>
                <a:latin typeface="Times New Roman" panose="02020603050405020304" pitchFamily="18" charset="0"/>
                <a:ea typeface="KaiTi" panose="02010609060101010101" pitchFamily="49" charset="-122"/>
                <a:cs typeface="Times New Roman" panose="02020603050405020304" pitchFamily="18" charset="0"/>
              </a:defRPr>
            </a:lvl4pPr>
            <a:lvl5pPr>
              <a:defRPr>
                <a:latin typeface="Times New Roman" panose="02020603050405020304" pitchFamily="18" charset="0"/>
                <a:ea typeface="KaiTi" panose="02010609060101010101" pitchFamily="49" charset="-122"/>
                <a:cs typeface="Times New Roman" panose="02020603050405020304" pitchFamily="18" charset="0"/>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extLst>
      <p:ext uri="{BB962C8B-B14F-4D97-AF65-F5344CB8AC3E}">
        <p14:creationId xmlns:p14="http://schemas.microsoft.com/office/powerpoint/2010/main" val="3528517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3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449808" y="278946"/>
            <a:ext cx="10515600" cy="1325563"/>
          </a:xfrm>
        </p:spPr>
        <p:txBody>
          <a:bodyPr>
            <a:normAutofit/>
          </a:bodyPr>
          <a:lstStyle>
            <a:lvl1pPr>
              <a:defRPr sz="4000">
                <a:latin typeface="Times New Roman" panose="02020603050405020304" pitchFamily="18" charset="0"/>
                <a:ea typeface="KaiTi" panose="02010609060101010101" pitchFamily="49" charset="-122"/>
                <a:cs typeface="Times New Roman" panose="02020603050405020304" pitchFamily="18" charset="0"/>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vl2pPr>
              <a:defRPr>
                <a:latin typeface="Times New Roman" panose="02020603050405020304" pitchFamily="18" charset="0"/>
                <a:ea typeface="KaiTi" panose="02010609060101010101" pitchFamily="49" charset="-122"/>
                <a:cs typeface="Times New Roman" panose="02020603050405020304" pitchFamily="18" charset="0"/>
              </a:defRPr>
            </a:lvl2pPr>
            <a:lvl3pPr>
              <a:defRPr>
                <a:latin typeface="Times New Roman" panose="02020603050405020304" pitchFamily="18" charset="0"/>
                <a:ea typeface="KaiTi" panose="02010609060101010101" pitchFamily="49" charset="-122"/>
                <a:cs typeface="Times New Roman" panose="02020603050405020304" pitchFamily="18" charset="0"/>
              </a:defRPr>
            </a:lvl3pPr>
            <a:lvl4pPr>
              <a:defRPr>
                <a:latin typeface="Times New Roman" panose="02020603050405020304" pitchFamily="18" charset="0"/>
                <a:ea typeface="KaiTi" panose="02010609060101010101" pitchFamily="49" charset="-122"/>
                <a:cs typeface="Times New Roman" panose="02020603050405020304" pitchFamily="18" charset="0"/>
              </a:defRPr>
            </a:lvl4pPr>
            <a:lvl5pPr>
              <a:defRPr>
                <a:latin typeface="Times New Roman" panose="02020603050405020304" pitchFamily="18" charset="0"/>
                <a:ea typeface="KaiTi" panose="02010609060101010101" pitchFamily="49" charset="-122"/>
                <a:cs typeface="Times New Roman" panose="02020603050405020304" pitchFamily="18" charset="0"/>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pic>
        <p:nvPicPr>
          <p:cNvPr id="5" name="图片 4">
            <a:extLst>
              <a:ext uri="{FF2B5EF4-FFF2-40B4-BE49-F238E27FC236}">
                <a16:creationId xmlns:a16="http://schemas.microsoft.com/office/drawing/2014/main" id="{BCAAEFCE-14E6-3D47-8E98-210DE47375C4}"/>
              </a:ext>
            </a:extLst>
          </p:cNvPr>
          <p:cNvPicPr>
            <a:picLocks noChangeAspect="1"/>
          </p:cNvPicPr>
          <p:nvPr userDrawn="1"/>
        </p:nvPicPr>
        <p:blipFill>
          <a:blip r:embed="rId2" cstate="print"/>
          <a:stretch>
            <a:fillRect/>
          </a:stretch>
        </p:blipFill>
        <p:spPr>
          <a:xfrm>
            <a:off x="11181138" y="85200"/>
            <a:ext cx="883529" cy="856527"/>
          </a:xfrm>
          <a:prstGeom prst="ellipse">
            <a:avLst/>
          </a:prstGeom>
          <a:ln>
            <a:noFill/>
          </a:ln>
          <a:effectLst>
            <a:softEdge rad="0"/>
          </a:effectLst>
        </p:spPr>
      </p:pic>
    </p:spTree>
    <p:extLst>
      <p:ext uri="{BB962C8B-B14F-4D97-AF65-F5344CB8AC3E}">
        <p14:creationId xmlns:p14="http://schemas.microsoft.com/office/powerpoint/2010/main" val="2147251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FC7C91E-1DEA-43D5-9CFE-B86A6D6708B4}" type="datetimeFigureOut">
              <a:rPr lang="zh-CN" altLang="en-US" smtClean="0"/>
              <a:t>2024/1/28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DE38DDB-1A49-46D2-BF86-FCD2EED8AA9C}" type="slidenum">
              <a:rPr lang="zh-CN" altLang="en-US" smtClean="0"/>
              <a:t>‹#›</a:t>
            </a:fld>
            <a:endParaRPr lang="zh-CN" altLang="en-US"/>
          </a:p>
        </p:txBody>
      </p:sp>
    </p:spTree>
    <p:extLst>
      <p:ext uri="{BB962C8B-B14F-4D97-AF65-F5344CB8AC3E}">
        <p14:creationId xmlns:p14="http://schemas.microsoft.com/office/powerpoint/2010/main" val="3548675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DFC7C91E-1DEA-43D5-9CFE-B86A6D6708B4}" type="datetimeFigureOut">
              <a:rPr lang="zh-CN" altLang="en-US" smtClean="0"/>
              <a:t>2024/1/28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DE38DDB-1A49-46D2-BF86-FCD2EED8AA9C}" type="slidenum">
              <a:rPr lang="zh-CN" altLang="en-US" smtClean="0"/>
              <a:t>‹#›</a:t>
            </a:fld>
            <a:endParaRPr lang="zh-CN" altLang="en-US"/>
          </a:p>
        </p:txBody>
      </p:sp>
    </p:spTree>
    <p:extLst>
      <p:ext uri="{BB962C8B-B14F-4D97-AF65-F5344CB8AC3E}">
        <p14:creationId xmlns:p14="http://schemas.microsoft.com/office/powerpoint/2010/main" val="4212054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1"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DFC7C91E-1DEA-43D5-9CFE-B86A6D6708B4}" type="datetimeFigureOut">
              <a:rPr lang="zh-CN" altLang="en-US" smtClean="0"/>
              <a:t>2024/1/28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DE38DDB-1A49-46D2-BF86-FCD2EED8AA9C}" type="slidenum">
              <a:rPr lang="zh-CN" altLang="en-US" smtClean="0"/>
              <a:t>‹#›</a:t>
            </a:fld>
            <a:endParaRPr lang="zh-CN" altLang="en-US"/>
          </a:p>
        </p:txBody>
      </p:sp>
    </p:spTree>
    <p:extLst>
      <p:ext uri="{BB962C8B-B14F-4D97-AF65-F5344CB8AC3E}">
        <p14:creationId xmlns:p14="http://schemas.microsoft.com/office/powerpoint/2010/main" val="2594685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stStyle>
          <a:p>
            <a:fld id="{DFC7C91E-1DEA-43D5-9CFE-B86A6D6708B4}" type="datetimeFigureOut">
              <a:rPr lang="zh-CN" altLang="en-US" smtClean="0"/>
              <a:pPr/>
              <a:t>2024/1/28</a:t>
            </a:fld>
            <a:endParaRPr lang="zh-CN" altLang="en-US">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stStyle>
          <a:p>
            <a:endParaRPr lang="zh-CN" altLang="en-US">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stStyle>
          <a:p>
            <a:fld id="{1DE38DDB-1A49-46D2-BF86-FCD2EED8AA9C}" type="slidenum">
              <a:rPr lang="zh-CN" altLang="en-US" smtClean="0"/>
              <a:pPr/>
              <a:t>‹#›</a:t>
            </a:fld>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6266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C7C91E-1DEA-43D5-9CFE-B86A6D6708B4}" type="datetimeFigureOut">
              <a:rPr lang="zh-CN" altLang="en-US" smtClean="0"/>
              <a:t>2024/1/28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DE38DDB-1A49-46D2-BF86-FCD2EED8AA9C}" type="slidenum">
              <a:rPr lang="zh-CN" altLang="en-US" smtClean="0"/>
              <a:t>‹#›</a:t>
            </a:fld>
            <a:endParaRPr lang="zh-CN" altLang="en-US"/>
          </a:p>
        </p:txBody>
      </p:sp>
    </p:spTree>
    <p:extLst>
      <p:ext uri="{BB962C8B-B14F-4D97-AF65-F5344CB8AC3E}">
        <p14:creationId xmlns:p14="http://schemas.microsoft.com/office/powerpoint/2010/main" val="15745992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FC7C91E-1DEA-43D5-9CFE-B86A6D6708B4}" type="datetimeFigureOut">
              <a:rPr lang="zh-CN" altLang="en-US" smtClean="0"/>
              <a:t>2024/1/28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DE38DDB-1A49-46D2-BF86-FCD2EED8AA9C}" type="slidenum">
              <a:rPr lang="zh-CN" altLang="en-US" smtClean="0"/>
              <a:t>‹#›</a:t>
            </a:fld>
            <a:endParaRPr lang="zh-CN" altLang="en-US"/>
          </a:p>
        </p:txBody>
      </p:sp>
    </p:spTree>
    <p:extLst>
      <p:ext uri="{BB962C8B-B14F-4D97-AF65-F5344CB8AC3E}">
        <p14:creationId xmlns:p14="http://schemas.microsoft.com/office/powerpoint/2010/main" val="13433296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FC7C91E-1DEA-43D5-9CFE-B86A6D6708B4}" type="datetimeFigureOut">
              <a:rPr lang="zh-CN" altLang="en-US" smtClean="0"/>
              <a:t>2024/1/28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DE38DDB-1A49-46D2-BF86-FCD2EED8AA9C}" type="slidenum">
              <a:rPr lang="zh-CN" altLang="en-US" smtClean="0"/>
              <a:t>‹#›</a:t>
            </a:fld>
            <a:endParaRPr lang="zh-CN" altLang="en-US"/>
          </a:p>
        </p:txBody>
      </p:sp>
    </p:spTree>
    <p:extLst>
      <p:ext uri="{BB962C8B-B14F-4D97-AF65-F5344CB8AC3E}">
        <p14:creationId xmlns:p14="http://schemas.microsoft.com/office/powerpoint/2010/main" val="30138076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FC7C91E-1DEA-43D5-9CFE-B86A6D6708B4}" type="datetimeFigureOut">
              <a:rPr lang="zh-CN" altLang="en-US" smtClean="0"/>
              <a:t>2024/1/28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DE38DDB-1A49-46D2-BF86-FCD2EED8AA9C}" type="slidenum">
              <a:rPr lang="zh-CN" altLang="en-US" smtClean="0"/>
              <a:t>‹#›</a:t>
            </a:fld>
            <a:endParaRPr lang="zh-CN" altLang="en-US"/>
          </a:p>
        </p:txBody>
      </p:sp>
    </p:spTree>
    <p:extLst>
      <p:ext uri="{BB962C8B-B14F-4D97-AF65-F5344CB8AC3E}">
        <p14:creationId xmlns:p14="http://schemas.microsoft.com/office/powerpoint/2010/main" val="20419398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FC7C91E-1DEA-43D5-9CFE-B86A6D6708B4}" type="datetimeFigureOut">
              <a:rPr lang="zh-CN" altLang="en-US" smtClean="0"/>
              <a:t>2024/1/28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DE38DDB-1A49-46D2-BF86-FCD2EED8AA9C}" type="slidenum">
              <a:rPr lang="zh-CN" altLang="en-US" smtClean="0"/>
              <a:t>‹#›</a:t>
            </a:fld>
            <a:endParaRPr lang="zh-CN" altLang="en-US"/>
          </a:p>
        </p:txBody>
      </p:sp>
    </p:spTree>
    <p:extLst>
      <p:ext uri="{BB962C8B-B14F-4D97-AF65-F5344CB8AC3E}">
        <p14:creationId xmlns:p14="http://schemas.microsoft.com/office/powerpoint/2010/main" val="11021924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空白">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rtlCol="0"/>
          <a:lstStyle>
            <a:lvl1pPr>
              <a:defRPr>
                <a:latin typeface="Times New Roman" panose="02020603050405020304" pitchFamily="18" charset="0"/>
                <a:ea typeface="KaiTi" panose="02010609060101010101" pitchFamily="49" charset="-122"/>
                <a:cs typeface="Times New Roman" panose="02020603050405020304" pitchFamily="18" charset="0"/>
              </a:defRPr>
            </a:lvl1pPr>
          </a:lstStyle>
          <a:p>
            <a:fld id="{47E6B3BF-592A-4D30-821A-914C966BB700}" type="datetime1">
              <a:rPr lang="zh-CN" altLang="en-US" smtClean="0"/>
              <a:pPr/>
              <a:t>2024/1/28</a:t>
            </a:fld>
            <a:endParaRPr lang="en-US"/>
          </a:p>
        </p:txBody>
      </p:sp>
      <p:sp>
        <p:nvSpPr>
          <p:cNvPr id="4" name="页脚占位符 3"/>
          <p:cNvSpPr>
            <a:spLocks noGrp="1"/>
          </p:cNvSpPr>
          <p:nvPr>
            <p:ph type="ftr" sz="quarter" idx="11"/>
          </p:nvPr>
        </p:nvSpPr>
        <p:spPr/>
        <p:txBody>
          <a:bodyPr rtlCol="0"/>
          <a:lstStyle>
            <a:lvl1pPr>
              <a:defRPr>
                <a:latin typeface="Times New Roman" panose="02020603050405020304" pitchFamily="18" charset="0"/>
                <a:ea typeface="KaiTi" panose="02010609060101010101" pitchFamily="49" charset="-122"/>
                <a:cs typeface="Times New Roman" panose="02020603050405020304" pitchFamily="18" charset="0"/>
              </a:defRPr>
            </a:lvl1pPr>
          </a:lstStyle>
          <a:p>
            <a:r>
              <a:rPr lang="zh-cn"/>
              <a:t>添加页脚</a:t>
            </a:r>
          </a:p>
        </p:txBody>
      </p:sp>
      <p:sp>
        <p:nvSpPr>
          <p:cNvPr id="5" name="灯片编号占位符 4"/>
          <p:cNvSpPr>
            <a:spLocks noGrp="1"/>
          </p:cNvSpPr>
          <p:nvPr>
            <p:ph type="sldNum" sz="quarter" idx="12"/>
          </p:nvPr>
        </p:nvSpPr>
        <p:spPr/>
        <p:txBody>
          <a:bodyPr rtlCol="0"/>
          <a:lstStyle>
            <a:lvl1pPr>
              <a:defRPr>
                <a:latin typeface="Times New Roman" panose="02020603050405020304" pitchFamily="18" charset="0"/>
                <a:ea typeface="KaiTi" panose="02010609060101010101" pitchFamily="49" charset="-122"/>
                <a:cs typeface="Times New Roman" panose="02020603050405020304" pitchFamily="18" charset="0"/>
              </a:defRPr>
            </a:lvl1pPr>
          </a:lstStyle>
          <a:p>
            <a:fld id="{42F0A33C-B6D6-454E-A4EA-5198AC78DEE3}" type="slidenum">
              <a:rPr lang="en-US" smtClean="0"/>
              <a:pPr/>
              <a:t>‹#›</a:t>
            </a:fld>
            <a:endParaRPr lang="en-US" dirty="0"/>
          </a:p>
        </p:txBody>
      </p:sp>
      <p:sp>
        <p:nvSpPr>
          <p:cNvPr id="6" name="标题 1">
            <a:extLst>
              <a:ext uri="{FF2B5EF4-FFF2-40B4-BE49-F238E27FC236}">
                <a16:creationId xmlns:a16="http://schemas.microsoft.com/office/drawing/2014/main" id="{5628FA89-834D-2D4D-89AD-88051C28F559}"/>
              </a:ext>
            </a:extLst>
          </p:cNvPr>
          <p:cNvSpPr>
            <a:spLocks noGrp="1"/>
          </p:cNvSpPr>
          <p:nvPr>
            <p:ph type="title"/>
          </p:nvPr>
        </p:nvSpPr>
        <p:spPr>
          <a:xfrm>
            <a:off x="424277" y="101722"/>
            <a:ext cx="10515600" cy="1325563"/>
          </a:xfrm>
        </p:spPr>
        <p:txBody>
          <a:bodyPr/>
          <a:lstStyle/>
          <a:p>
            <a:endParaRPr kumimoji="1" lang="zh-CN" altLang="en-US" dirty="0"/>
          </a:p>
        </p:txBody>
      </p:sp>
      <p:sp>
        <p:nvSpPr>
          <p:cNvPr id="7" name="内容占位符 2">
            <a:extLst>
              <a:ext uri="{FF2B5EF4-FFF2-40B4-BE49-F238E27FC236}">
                <a16:creationId xmlns:a16="http://schemas.microsoft.com/office/drawing/2014/main" id="{61CB6369-FD8F-A64D-A445-A7409A3D880A}"/>
              </a:ext>
            </a:extLst>
          </p:cNvPr>
          <p:cNvSpPr>
            <a:spLocks noGrp="1"/>
          </p:cNvSpPr>
          <p:nvPr>
            <p:ph idx="1"/>
          </p:nvPr>
        </p:nvSpPr>
        <p:spPr>
          <a:xfrm>
            <a:off x="838200" y="1427285"/>
            <a:ext cx="10515600" cy="4351339"/>
          </a:xfrm>
        </p:spPr>
        <p:txBody>
          <a:bodyPr/>
          <a:lstStyle/>
          <a:p>
            <a:endParaRPr lang="en-US" altLang="zh-CN" dirty="0"/>
          </a:p>
        </p:txBody>
      </p:sp>
    </p:spTree>
    <p:extLst>
      <p:ext uri="{BB962C8B-B14F-4D97-AF65-F5344CB8AC3E}">
        <p14:creationId xmlns:p14="http://schemas.microsoft.com/office/powerpoint/2010/main" val="59307869"/>
      </p:ext>
    </p:extLst>
  </p:cSld>
  <p:clrMapOvr>
    <a:masterClrMapping/>
  </p:clrMapOvr>
  <p:transition spd="slow">
    <p:pull/>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D0148B-10A1-A344-AF39-E750851D36D8}"/>
              </a:ext>
            </a:extLst>
          </p:cNvPr>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71E4A52-2EB8-C241-9A51-09FB2518115F}"/>
              </a:ext>
            </a:extLst>
          </p:cNvPr>
          <p:cNvSpPr>
            <a:spLocks noGrp="1"/>
          </p:cNvSpPr>
          <p:nvPr>
            <p:ph type="body" sz="half" idx="1"/>
          </p:nvPr>
        </p:nvSpPr>
        <p:spPr>
          <a:xfrm>
            <a:off x="609600" y="1600201"/>
            <a:ext cx="53848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437D02A-AC8F-3B4B-96B1-06EEDF9B2CF1}"/>
              </a:ext>
            </a:extLst>
          </p:cNvPr>
          <p:cNvSpPr>
            <a:spLocks noGrp="1"/>
          </p:cNvSpPr>
          <p:nvPr>
            <p:ph sz="half" idx="2"/>
          </p:nvPr>
        </p:nvSpPr>
        <p:spPr>
          <a:xfrm>
            <a:off x="6197600" y="1600201"/>
            <a:ext cx="53848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74ADC45-D1AC-B348-BFCE-CDEA752BAF2A}"/>
              </a:ext>
            </a:extLst>
          </p:cNvPr>
          <p:cNvSpPr>
            <a:spLocks noGrp="1"/>
          </p:cNvSpPr>
          <p:nvPr>
            <p:ph type="dt" sz="half" idx="10"/>
          </p:nvPr>
        </p:nvSpPr>
        <p:spPr>
          <a:xfrm>
            <a:off x="609600" y="6245225"/>
            <a:ext cx="2844800" cy="476250"/>
          </a:xfrm>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17957F65-8125-4048-8E46-B69B23C95644}"/>
              </a:ext>
            </a:extLst>
          </p:cNvPr>
          <p:cNvSpPr>
            <a:spLocks noGrp="1"/>
          </p:cNvSpPr>
          <p:nvPr>
            <p:ph type="ftr" sz="quarter" idx="11"/>
          </p:nvPr>
        </p:nvSpPr>
        <p:spPr>
          <a:xfrm>
            <a:off x="4165600" y="6245225"/>
            <a:ext cx="3860800" cy="476250"/>
          </a:xfrm>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858A98A6-5B8C-064D-8456-D88F8FB2E914}"/>
              </a:ext>
            </a:extLst>
          </p:cNvPr>
          <p:cNvSpPr>
            <a:spLocks noGrp="1"/>
          </p:cNvSpPr>
          <p:nvPr>
            <p:ph type="sldNum" sz="quarter" idx="12"/>
          </p:nvPr>
        </p:nvSpPr>
        <p:spPr>
          <a:xfrm>
            <a:off x="8737600" y="6245225"/>
            <a:ext cx="2844800" cy="476250"/>
          </a:xfrm>
        </p:spPr>
        <p:txBody>
          <a:bodyPr/>
          <a:lstStyle>
            <a:lvl1pPr>
              <a:defRPr/>
            </a:lvl1pPr>
          </a:lstStyle>
          <a:p>
            <a:fld id="{052E38A8-F578-004B-9E73-EF209CB8FDEA}" type="slidenum">
              <a:rPr lang="en-US" altLang="zh-CN"/>
              <a:pPr/>
              <a:t>‹#›</a:t>
            </a:fld>
            <a:endParaRPr lang="en-US" altLang="zh-CN"/>
          </a:p>
        </p:txBody>
      </p:sp>
    </p:spTree>
    <p:extLst>
      <p:ext uri="{BB962C8B-B14F-4D97-AF65-F5344CB8AC3E}">
        <p14:creationId xmlns:p14="http://schemas.microsoft.com/office/powerpoint/2010/main" val="468532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C7C91E-1DEA-43D5-9CFE-B86A6D6708B4}" type="datetimeFigureOut">
              <a:rPr lang="zh-CN" altLang="en-US" smtClean="0"/>
              <a:t>2024/1/28</a:t>
            </a:fld>
            <a:endParaRPr lang="zh-CN"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E38DDB-1A49-46D2-BF86-FCD2EED8AA9C}" type="slidenum">
              <a:rPr lang="zh-CN" altLang="en-US" smtClean="0"/>
              <a:t>‹#›</a:t>
            </a:fld>
            <a:endParaRPr lang="zh-CN" altLang="en-US"/>
          </a:p>
        </p:txBody>
      </p:sp>
    </p:spTree>
    <p:extLst>
      <p:ext uri="{BB962C8B-B14F-4D97-AF65-F5344CB8AC3E}">
        <p14:creationId xmlns:p14="http://schemas.microsoft.com/office/powerpoint/2010/main" val="12612409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3" r:id="rId3"/>
    <p:sldLayoutId id="2147483677" r:id="rId4"/>
    <p:sldLayoutId id="2147483680" r:id="rId5"/>
    <p:sldLayoutId id="2147483676" r:id="rId6"/>
    <p:sldLayoutId id="2147483674" r:id="rId7"/>
    <p:sldLayoutId id="2147483663" r:id="rId8"/>
    <p:sldLayoutId id="2147483664" r:id="rId9"/>
    <p:sldLayoutId id="2147483665" r:id="rId10"/>
    <p:sldLayoutId id="2147483666" r:id="rId11"/>
    <p:sldLayoutId id="2147483667" r:id="rId12"/>
    <p:sldLayoutId id="2147483668" r:id="rId13"/>
    <p:sldLayoutId id="2147483669" r:id="rId14"/>
    <p:sldLayoutId id="2147483670" r:id="rId15"/>
    <p:sldLayoutId id="2147483671" r:id="rId16"/>
    <p:sldLayoutId id="2147483675" r:id="rId17"/>
    <p:sldLayoutId id="2147483678"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image" Target="../media/image8.jpeg"/><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9.png"/><Relationship Id="rId7" Type="http://schemas.openxmlformats.org/officeDocument/2006/relationships/diagramColors" Target="../diagrams/colors4.xml"/><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diagramColors" Target="../diagrams/colors6.xml"/><Relationship Id="rId5" Type="http://schemas.openxmlformats.org/officeDocument/2006/relationships/diagramQuickStyle" Target="../diagrams/quickStyle6.xml"/><Relationship Id="rId10" Type="http://schemas.openxmlformats.org/officeDocument/2006/relationships/image" Target="../media/image12.png"/><Relationship Id="rId4" Type="http://schemas.openxmlformats.org/officeDocument/2006/relationships/diagramLayout" Target="../diagrams/layout6.xml"/><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13" Type="http://schemas.microsoft.com/office/2007/relationships/diagramDrawing" Target="../diagrams/drawing9.xml"/><Relationship Id="rId18" Type="http://schemas.openxmlformats.org/officeDocument/2006/relationships/diagramLayout" Target="../diagrams/layout10.xml"/><Relationship Id="rId3" Type="http://schemas.openxmlformats.org/officeDocument/2006/relationships/diagramData" Target="../diagrams/data8.xml"/><Relationship Id="rId21" Type="http://schemas.microsoft.com/office/2007/relationships/diagramDrawing" Target="../diagrams/drawing10.xml"/><Relationship Id="rId7" Type="http://schemas.microsoft.com/office/2007/relationships/diagramDrawing" Target="../diagrams/drawing8.xml"/><Relationship Id="rId12" Type="http://schemas.openxmlformats.org/officeDocument/2006/relationships/diagramColors" Target="../diagrams/colors9.xml"/><Relationship Id="rId17" Type="http://schemas.openxmlformats.org/officeDocument/2006/relationships/diagramData" Target="../diagrams/data10.xml"/><Relationship Id="rId2" Type="http://schemas.openxmlformats.org/officeDocument/2006/relationships/notesSlide" Target="../notesSlides/notesSlide10.xml"/><Relationship Id="rId16" Type="http://schemas.openxmlformats.org/officeDocument/2006/relationships/image" Target="../media/image22.png"/><Relationship Id="rId20" Type="http://schemas.openxmlformats.org/officeDocument/2006/relationships/diagramColors" Target="../diagrams/colors10.xml"/><Relationship Id="rId1" Type="http://schemas.openxmlformats.org/officeDocument/2006/relationships/slideLayout" Target="../slideLayouts/slideLayout6.xml"/><Relationship Id="rId6" Type="http://schemas.openxmlformats.org/officeDocument/2006/relationships/diagramColors" Target="../diagrams/colors8.xml"/><Relationship Id="rId11" Type="http://schemas.openxmlformats.org/officeDocument/2006/relationships/diagramQuickStyle" Target="../diagrams/quickStyle9.xml"/><Relationship Id="rId5" Type="http://schemas.openxmlformats.org/officeDocument/2006/relationships/diagramQuickStyle" Target="../diagrams/quickStyle8.xml"/><Relationship Id="rId15" Type="http://schemas.openxmlformats.org/officeDocument/2006/relationships/image" Target="../media/image21.png"/><Relationship Id="rId10" Type="http://schemas.openxmlformats.org/officeDocument/2006/relationships/diagramLayout" Target="../diagrams/layout9.xml"/><Relationship Id="rId19" Type="http://schemas.openxmlformats.org/officeDocument/2006/relationships/diagramQuickStyle" Target="../diagrams/quickStyle10.xml"/><Relationship Id="rId4" Type="http://schemas.openxmlformats.org/officeDocument/2006/relationships/diagramLayout" Target="../diagrams/layout8.xml"/><Relationship Id="rId9" Type="http://schemas.openxmlformats.org/officeDocument/2006/relationships/diagramData" Target="../diagrams/data9.xml"/><Relationship Id="rId1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gif"/><Relationship Id="rId1" Type="http://schemas.openxmlformats.org/officeDocument/2006/relationships/slideLayout" Target="../slideLayouts/slideLayout6.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Downloads/356.MP4" TargetMode="Externa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6.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4F4C6B3E-AAB9-49C9-A526-692599D3715D}"/>
              </a:ext>
            </a:extLst>
          </p:cNvPr>
          <p:cNvPicPr>
            <a:picLocks noChangeAspect="1"/>
          </p:cNvPicPr>
          <p:nvPr/>
        </p:nvPicPr>
        <p:blipFill>
          <a:blip r:embed="rId3"/>
          <a:stretch>
            <a:fillRect/>
          </a:stretch>
        </p:blipFill>
        <p:spPr>
          <a:xfrm>
            <a:off x="0" y="-1"/>
            <a:ext cx="12192000" cy="1214438"/>
          </a:xfrm>
          <a:prstGeom prst="rect">
            <a:avLst/>
          </a:prstGeom>
        </p:spPr>
      </p:pic>
      <p:sp>
        <p:nvSpPr>
          <p:cNvPr id="8" name="文本框 7">
            <a:extLst>
              <a:ext uri="{FF2B5EF4-FFF2-40B4-BE49-F238E27FC236}">
                <a16:creationId xmlns:a16="http://schemas.microsoft.com/office/drawing/2014/main" id="{CD98F85A-AD85-414D-910C-5691B2B41589}"/>
              </a:ext>
            </a:extLst>
          </p:cNvPr>
          <p:cNvSpPr txBox="1"/>
          <p:nvPr/>
        </p:nvSpPr>
        <p:spPr>
          <a:xfrm>
            <a:off x="3988697" y="5464473"/>
            <a:ext cx="3890111" cy="954107"/>
          </a:xfrm>
          <a:prstGeom prst="rect">
            <a:avLst/>
          </a:prstGeom>
          <a:noFill/>
        </p:spPr>
        <p:txBody>
          <a:bodyPr wrap="square" rtlCol="0">
            <a:spAutoFit/>
          </a:bodyPr>
          <a:lstStyle/>
          <a:p>
            <a:pPr algn="ctr"/>
            <a:r>
              <a:rPr lang="zh-CN" altLang="en-US" sz="2800" dirty="0">
                <a:latin typeface="Times New Roman" panose="02020603050405020304" pitchFamily="18" charset="0"/>
                <a:ea typeface="KaiTi" panose="02010609060101010101" pitchFamily="49" charset="-122"/>
                <a:cs typeface="Times New Roman" panose="02020603050405020304" pitchFamily="18" charset="0"/>
              </a:rPr>
              <a:t>软件工程学院 吴敏</a:t>
            </a:r>
            <a:endParaRPr lang="en-US" altLang="zh-CN" sz="2800" dirty="0">
              <a:latin typeface="Times New Roman" panose="02020603050405020304" pitchFamily="18" charset="0"/>
              <a:ea typeface="KaiTi" panose="02010609060101010101" pitchFamily="49" charset="-122"/>
              <a:cs typeface="Times New Roman" panose="02020603050405020304" pitchFamily="18" charset="0"/>
            </a:endParaRPr>
          </a:p>
          <a:p>
            <a:pPr algn="ctr"/>
            <a:r>
              <a:rPr lang="en-US" altLang="zh-CN" sz="2800" dirty="0">
                <a:latin typeface="Times New Roman" panose="02020603050405020304" pitchFamily="18" charset="0"/>
                <a:ea typeface="KaiTi" panose="02010609060101010101" pitchFamily="49" charset="-122"/>
                <a:cs typeface="Times New Roman" panose="02020603050405020304" pitchFamily="18" charset="0"/>
              </a:rPr>
              <a:t>2023.12.27</a:t>
            </a:r>
          </a:p>
        </p:txBody>
      </p:sp>
      <p:sp>
        <p:nvSpPr>
          <p:cNvPr id="13" name="矩形 12">
            <a:extLst>
              <a:ext uri="{FF2B5EF4-FFF2-40B4-BE49-F238E27FC236}">
                <a16:creationId xmlns:a16="http://schemas.microsoft.com/office/drawing/2014/main" id="{7B30655B-9180-E14E-B05D-440C04E85E63}"/>
              </a:ext>
            </a:extLst>
          </p:cNvPr>
          <p:cNvSpPr/>
          <p:nvPr/>
        </p:nvSpPr>
        <p:spPr>
          <a:xfrm>
            <a:off x="1852980" y="1321897"/>
            <a:ext cx="9436608" cy="1077218"/>
          </a:xfrm>
          <a:prstGeom prst="rect">
            <a:avLst/>
          </a:prstGeom>
          <a:noFill/>
          <a:ln>
            <a:noFill/>
          </a:ln>
        </p:spPr>
        <p:txBody>
          <a:bodyPr wrap="square">
            <a:spAutoFit/>
          </a:bodyPr>
          <a:lstStyle/>
          <a:p>
            <a:pPr algn="ctr"/>
            <a:r>
              <a:rPr kumimoji="1" lang="zh-CN" altLang="en-US" sz="32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sym typeface="字魂105号-简雅黑" panose="00000500000000000000" pitchFamily="2" charset="-122"/>
              </a:rPr>
              <a:t>以数学思维为舟，畅游于人工智能理论和应用之间</a:t>
            </a:r>
            <a:endParaRPr kumimoji="1" lang="en-US" altLang="zh-CN" sz="32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sym typeface="字魂105号-简雅黑" panose="00000500000000000000" pitchFamily="2" charset="-122"/>
            </a:endParaRPr>
          </a:p>
          <a:p>
            <a:pPr algn="ctr"/>
            <a:r>
              <a:rPr kumimoji="1" lang="en-US" altLang="zh-CN" sz="32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sym typeface="字魂105号-简雅黑" panose="00000500000000000000" pitchFamily="2" charset="-122"/>
              </a:rPr>
              <a:t>---《</a:t>
            </a:r>
            <a:r>
              <a:rPr kumimoji="1" lang="zh-CN" altLang="en-US" sz="28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sym typeface="字魂105号-简雅黑" panose="00000500000000000000" pitchFamily="2" charset="-122"/>
              </a:rPr>
              <a:t>人工智能的数学思维</a:t>
            </a:r>
            <a:r>
              <a:rPr kumimoji="1" lang="en-US" altLang="zh-CN" sz="28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sym typeface="字魂105号-简雅黑" panose="00000500000000000000" pitchFamily="2" charset="-122"/>
              </a:rPr>
              <a:t>》</a:t>
            </a:r>
          </a:p>
        </p:txBody>
      </p:sp>
      <p:pic>
        <p:nvPicPr>
          <p:cNvPr id="11" name="Picture 2" descr="midjourney 的图像结果">
            <a:extLst>
              <a:ext uri="{FF2B5EF4-FFF2-40B4-BE49-F238E27FC236}">
                <a16:creationId xmlns:a16="http://schemas.microsoft.com/office/drawing/2014/main" id="{39F78324-843A-A546-AA5C-E8708C77EE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7247" y="2596799"/>
            <a:ext cx="5097506" cy="288497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Google announces Gemini Ultra, its most capable AI model that can beat ...">
            <a:extLst>
              <a:ext uri="{FF2B5EF4-FFF2-40B4-BE49-F238E27FC236}">
                <a16:creationId xmlns:a16="http://schemas.microsoft.com/office/drawing/2014/main" id="{8B674C30-A8B4-4241-A0DE-44EA2594DD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87054" y="2794483"/>
            <a:ext cx="3904946" cy="245500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GPT 的图像结果">
            <a:extLst>
              <a:ext uri="{FF2B5EF4-FFF2-40B4-BE49-F238E27FC236}">
                <a16:creationId xmlns:a16="http://schemas.microsoft.com/office/drawing/2014/main" id="{7A0BA45B-829D-2B43-AA62-706362E220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2794483"/>
            <a:ext cx="4183658" cy="2489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5196775"/>
      </p:ext>
    </p:extLst>
  </p:cSld>
  <p:clrMapOvr>
    <a:masterClrMapping/>
  </p:clrMapOvr>
  <mc:AlternateContent xmlns:mc="http://schemas.openxmlformats.org/markup-compatibility/2006" xmlns:p14="http://schemas.microsoft.com/office/powerpoint/2010/main">
    <mc:Choice Requires="p14">
      <p:transition spd="slow" p14:dur="2000" advTm="13159"/>
    </mc:Choice>
    <mc:Fallback xmlns="">
      <p:transition spd="slow" advTm="1315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8E2DA1-7197-DA4E-B0E6-57101F23504E}"/>
              </a:ext>
            </a:extLst>
          </p:cNvPr>
          <p:cNvSpPr>
            <a:spLocks noGrp="1"/>
          </p:cNvSpPr>
          <p:nvPr>
            <p:ph type="title"/>
          </p:nvPr>
        </p:nvSpPr>
        <p:spPr/>
        <p:txBody>
          <a:bodyPr>
            <a:normAutofit/>
          </a:bodyPr>
          <a:lstStyle/>
          <a:p>
            <a:r>
              <a:rPr kumimoji="1" lang="en-US" altLang="zh-CN" sz="3200" dirty="0"/>
              <a:t>2022</a:t>
            </a:r>
            <a:r>
              <a:rPr kumimoji="1" lang="zh-CN" altLang="en-US" sz="3200" dirty="0"/>
              <a:t>年以来，</a:t>
            </a:r>
            <a:r>
              <a:rPr kumimoji="1" lang="en-US" altLang="zh-CN" dirty="0">
                <a:solidFill>
                  <a:srgbClr val="C00000"/>
                </a:solidFill>
              </a:rPr>
              <a:t>AI</a:t>
            </a:r>
            <a:r>
              <a:rPr kumimoji="1" lang="zh-CN" altLang="en-US" dirty="0">
                <a:solidFill>
                  <a:srgbClr val="C00000"/>
                </a:solidFill>
              </a:rPr>
              <a:t>常“霸屏”</a:t>
            </a:r>
            <a:endParaRPr kumimoji="1" lang="zh-CN" altLang="en-US" sz="3200" dirty="0"/>
          </a:p>
        </p:txBody>
      </p:sp>
      <p:graphicFrame>
        <p:nvGraphicFramePr>
          <p:cNvPr id="4" name="内容占位符 3">
            <a:extLst>
              <a:ext uri="{FF2B5EF4-FFF2-40B4-BE49-F238E27FC236}">
                <a16:creationId xmlns:a16="http://schemas.microsoft.com/office/drawing/2014/main" id="{5909DF38-B0F0-9748-A8B8-8C2528970AFD}"/>
              </a:ext>
            </a:extLst>
          </p:cNvPr>
          <p:cNvGraphicFramePr>
            <a:graphicFrameLocks/>
          </p:cNvGraphicFramePr>
          <p:nvPr/>
        </p:nvGraphicFramePr>
        <p:xfrm>
          <a:off x="5267931" y="63240"/>
          <a:ext cx="8132914" cy="51902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内容占位符 2">
            <a:extLst>
              <a:ext uri="{FF2B5EF4-FFF2-40B4-BE49-F238E27FC236}">
                <a16:creationId xmlns:a16="http://schemas.microsoft.com/office/drawing/2014/main" id="{06EFA115-8690-F94D-93FC-8A988AB791D1}"/>
              </a:ext>
            </a:extLst>
          </p:cNvPr>
          <p:cNvSpPr>
            <a:spLocks noGrp="1"/>
          </p:cNvSpPr>
          <p:nvPr>
            <p:ph idx="1"/>
          </p:nvPr>
        </p:nvSpPr>
        <p:spPr>
          <a:xfrm>
            <a:off x="221208" y="1604509"/>
            <a:ext cx="10515600" cy="4351338"/>
          </a:xfrm>
        </p:spPr>
        <p:txBody>
          <a:bodyPr>
            <a:normAutofit/>
          </a:bodyPr>
          <a:lstStyle/>
          <a:p>
            <a:pPr lvl="1">
              <a:buFont typeface="Wingdings" pitchFamily="2" charset="2"/>
              <a:buChar char="ü"/>
            </a:pPr>
            <a:r>
              <a:rPr kumimoji="1" lang="zh-CN" altLang="en-US" dirty="0"/>
              <a:t>音频</a:t>
            </a:r>
            <a:endParaRPr kumimoji="1" lang="en-US" altLang="zh-CN" dirty="0"/>
          </a:p>
          <a:p>
            <a:pPr lvl="1">
              <a:buFont typeface="Wingdings" pitchFamily="2" charset="2"/>
              <a:buChar char="ü"/>
            </a:pPr>
            <a:r>
              <a:rPr kumimoji="1" lang="zh-CN" altLang="en-US" dirty="0"/>
              <a:t>图像</a:t>
            </a:r>
            <a:endParaRPr kumimoji="1" lang="en-US" altLang="zh-CN" dirty="0"/>
          </a:p>
          <a:p>
            <a:pPr lvl="1">
              <a:buFont typeface="Wingdings" pitchFamily="2" charset="2"/>
              <a:buChar char="ü"/>
            </a:pPr>
            <a:r>
              <a:rPr kumimoji="1" lang="zh-CN" altLang="en-US" dirty="0"/>
              <a:t>视频</a:t>
            </a:r>
            <a:endParaRPr kumimoji="1" lang="en-US" altLang="zh-CN" dirty="0"/>
          </a:p>
          <a:p>
            <a:pPr lvl="1">
              <a:buFont typeface="Wingdings" pitchFamily="2" charset="2"/>
              <a:buChar char="ü"/>
            </a:pPr>
            <a:r>
              <a:rPr kumimoji="1" lang="zh-CN" altLang="en-US" dirty="0"/>
              <a:t>文本</a:t>
            </a:r>
            <a:endParaRPr kumimoji="1" lang="en-US" altLang="zh-CN" dirty="0"/>
          </a:p>
          <a:p>
            <a:pPr lvl="1">
              <a:buFont typeface="Wingdings" pitchFamily="2" charset="2"/>
              <a:buChar char="ü"/>
            </a:pPr>
            <a:r>
              <a:rPr kumimoji="1" lang="zh-CN" altLang="en-US" dirty="0"/>
              <a:t>机器人</a:t>
            </a:r>
            <a:endParaRPr kumimoji="1" lang="en-US" altLang="zh-CN" dirty="0"/>
          </a:p>
          <a:p>
            <a:pPr lvl="1">
              <a:buFont typeface="Wingdings" pitchFamily="2" charset="2"/>
              <a:buChar char="ü"/>
            </a:pPr>
            <a:r>
              <a:rPr kumimoji="1" lang="en-US" altLang="zh-CN" dirty="0"/>
              <a:t>……</a:t>
            </a:r>
          </a:p>
          <a:p>
            <a:pPr lvl="1">
              <a:buFont typeface="Wingdings" pitchFamily="2" charset="2"/>
              <a:buChar char="ü"/>
            </a:pPr>
            <a:r>
              <a:rPr kumimoji="1" lang="zh-CN" altLang="en-US" dirty="0">
                <a:solidFill>
                  <a:srgbClr val="C00000"/>
                </a:solidFill>
              </a:rPr>
              <a:t>编程</a:t>
            </a:r>
            <a:endParaRPr kumimoji="1" lang="en-US" altLang="zh-CN" dirty="0">
              <a:solidFill>
                <a:srgbClr val="C00000"/>
              </a:solidFill>
            </a:endParaRPr>
          </a:p>
          <a:p>
            <a:pPr lvl="1">
              <a:buFont typeface="Wingdings" pitchFamily="2" charset="2"/>
              <a:buChar char="ü"/>
            </a:pPr>
            <a:r>
              <a:rPr kumimoji="1" lang="en-US" altLang="zh-CN" dirty="0">
                <a:solidFill>
                  <a:srgbClr val="C00000"/>
                </a:solidFill>
              </a:rPr>
              <a:t>Debug</a:t>
            </a:r>
          </a:p>
          <a:p>
            <a:pPr lvl="1">
              <a:buFont typeface="Wingdings" pitchFamily="2" charset="2"/>
              <a:buChar char="ü"/>
            </a:pPr>
            <a:r>
              <a:rPr kumimoji="1" lang="zh-CN" altLang="en-US" dirty="0">
                <a:solidFill>
                  <a:srgbClr val="C00000"/>
                </a:solidFill>
              </a:rPr>
              <a:t>读论文</a:t>
            </a:r>
            <a:endParaRPr kumimoji="1" lang="en-US" altLang="zh-CN" dirty="0">
              <a:solidFill>
                <a:srgbClr val="C00000"/>
              </a:solidFill>
            </a:endParaRPr>
          </a:p>
          <a:p>
            <a:pPr lvl="1">
              <a:buFont typeface="Wingdings" pitchFamily="2" charset="2"/>
              <a:buChar char="ü"/>
            </a:pPr>
            <a:r>
              <a:rPr kumimoji="1" lang="zh-CN" altLang="en-US" dirty="0">
                <a:solidFill>
                  <a:srgbClr val="C00000"/>
                </a:solidFill>
              </a:rPr>
              <a:t>数学定理</a:t>
            </a:r>
            <a:endParaRPr kumimoji="1" lang="en-US" altLang="zh-CN" dirty="0">
              <a:solidFill>
                <a:srgbClr val="C00000"/>
              </a:solidFill>
            </a:endParaRPr>
          </a:p>
          <a:p>
            <a:pPr lvl="1">
              <a:buFont typeface="Wingdings" pitchFamily="2" charset="2"/>
              <a:buChar char="ü"/>
            </a:pPr>
            <a:r>
              <a:rPr kumimoji="1" lang="en-US" altLang="zh-CN" dirty="0">
                <a:solidFill>
                  <a:srgbClr val="C00000"/>
                </a:solidFill>
              </a:rPr>
              <a:t>……</a:t>
            </a:r>
            <a:endParaRPr lang="en-US" altLang="zh-CN" dirty="0">
              <a:effectLst/>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3" name="图示 2">
            <a:extLst>
              <a:ext uri="{FF2B5EF4-FFF2-40B4-BE49-F238E27FC236}">
                <a16:creationId xmlns:a16="http://schemas.microsoft.com/office/drawing/2014/main" id="{89D7B1C4-81B2-2049-9294-549A7AD39CB1}"/>
              </a:ext>
            </a:extLst>
          </p:cNvPr>
          <p:cNvGraphicFramePr/>
          <p:nvPr/>
        </p:nvGraphicFramePr>
        <p:xfrm>
          <a:off x="2045332" y="3916550"/>
          <a:ext cx="4320299" cy="294145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文本框 7">
            <a:extLst>
              <a:ext uri="{FF2B5EF4-FFF2-40B4-BE49-F238E27FC236}">
                <a16:creationId xmlns:a16="http://schemas.microsoft.com/office/drawing/2014/main" id="{6A68F998-F31C-3C41-96BE-95FF03BCC4FE}"/>
              </a:ext>
            </a:extLst>
          </p:cNvPr>
          <p:cNvSpPr txBox="1"/>
          <p:nvPr/>
        </p:nvSpPr>
        <p:spPr>
          <a:xfrm flipH="1">
            <a:off x="24515" y="2362278"/>
            <a:ext cx="675627" cy="3108543"/>
          </a:xfrm>
          <a:prstGeom prst="rect">
            <a:avLst/>
          </a:prstGeom>
          <a:noFill/>
        </p:spPr>
        <p:txBody>
          <a:bodyPr wrap="square">
            <a:spAutoFit/>
          </a:bodyPr>
          <a:lstStyle/>
          <a:p>
            <a:pPr algn="ctr"/>
            <a:r>
              <a:rPr lang="zh-CN" altLang="en-US" sz="2800" b="0" i="0" dirty="0">
                <a:solidFill>
                  <a:srgbClr val="0432FF"/>
                </a:solidFill>
                <a:effectLst/>
                <a:latin typeface="Times New Roman" panose="02020603050405020304" pitchFamily="18" charset="0"/>
                <a:ea typeface="KaiTi" panose="02010609060101010101" pitchFamily="49" charset="-122"/>
                <a:cs typeface="Times New Roman" panose="02020603050405020304" pitchFamily="18" charset="0"/>
              </a:rPr>
              <a:t>通用</a:t>
            </a:r>
            <a:r>
              <a:rPr lang="en-US" altLang="zh-CN" sz="2800" b="0" i="0" dirty="0">
                <a:solidFill>
                  <a:srgbClr val="0432FF"/>
                </a:solidFill>
                <a:effectLst/>
                <a:latin typeface="Times New Roman" panose="02020603050405020304" pitchFamily="18" charset="0"/>
                <a:ea typeface="KaiTi" panose="02010609060101010101" pitchFamily="49" charset="-122"/>
                <a:cs typeface="Times New Roman" panose="02020603050405020304" pitchFamily="18" charset="0"/>
              </a:rPr>
              <a:t>AI</a:t>
            </a:r>
            <a:r>
              <a:rPr lang="zh-CN" altLang="en-US" sz="2800" b="0" i="0" dirty="0">
                <a:solidFill>
                  <a:srgbClr val="0432FF"/>
                </a:solidFill>
                <a:effectLst/>
                <a:latin typeface="Times New Roman" panose="02020603050405020304" pitchFamily="18" charset="0"/>
                <a:ea typeface="KaiTi" panose="02010609060101010101" pitchFamily="49" charset="-122"/>
                <a:cs typeface="Times New Roman" panose="02020603050405020304" pitchFamily="18" charset="0"/>
              </a:rPr>
              <a:t>无缝处理</a:t>
            </a:r>
            <a:endParaRPr lang="zh-CN" altLang="en-US" sz="2800" dirty="0">
              <a:solidFill>
                <a:srgbClr val="0432FF"/>
              </a:solidFill>
              <a:latin typeface="Times New Roman" panose="02020603050405020304" pitchFamily="18" charset="0"/>
              <a:ea typeface="KaiTi" panose="02010609060101010101" pitchFamily="49" charset="-122"/>
              <a:cs typeface="Times New Roman" panose="02020603050405020304" pitchFamily="18" charset="0"/>
            </a:endParaRPr>
          </a:p>
        </p:txBody>
      </p:sp>
      <p:pic>
        <p:nvPicPr>
          <p:cNvPr id="4098" name="Picture 2" descr="Google's Gemini AI Model: The Future of Natural Language Processing ...">
            <a:extLst>
              <a:ext uri="{FF2B5EF4-FFF2-40B4-BE49-F238E27FC236}">
                <a16:creationId xmlns:a16="http://schemas.microsoft.com/office/drawing/2014/main" id="{7B34FFD6-F746-AC4E-82E0-8B495F3CF7DF}"/>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5745" b="8378"/>
          <a:stretch/>
        </p:blipFill>
        <p:spPr bwMode="auto">
          <a:xfrm>
            <a:off x="2183469" y="1327712"/>
            <a:ext cx="3488908" cy="19032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1673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a:extLst>
              <a:ext uri="{FF2B5EF4-FFF2-40B4-BE49-F238E27FC236}">
                <a16:creationId xmlns:a16="http://schemas.microsoft.com/office/drawing/2014/main" id="{436627C0-5016-EE40-B0CE-820C2116C962}"/>
              </a:ext>
            </a:extLst>
          </p:cNvPr>
          <p:cNvSpPr>
            <a:spLocks noGrp="1"/>
          </p:cNvSpPr>
          <p:nvPr>
            <p:ph type="title"/>
          </p:nvPr>
        </p:nvSpPr>
        <p:spPr/>
        <p:txBody>
          <a:bodyPr>
            <a:normAutofit/>
          </a:bodyPr>
          <a:lstStyle/>
          <a:p>
            <a:pPr>
              <a:lnSpc>
                <a:spcPct val="120000"/>
              </a:lnSpc>
            </a:pPr>
            <a:r>
              <a:rPr lang="zh-CN" altLang="zh-CN" dirty="0"/>
              <a:t>中国</a:t>
            </a:r>
            <a:r>
              <a:rPr lang="zh-CN" altLang="en-US" dirty="0"/>
              <a:t>的</a:t>
            </a:r>
            <a:r>
              <a:rPr lang="zh-CN" altLang="zh-CN" dirty="0"/>
              <a:t>人工智能产业</a:t>
            </a:r>
            <a:endParaRPr lang="en-US" altLang="zh-CN" dirty="0"/>
          </a:p>
        </p:txBody>
      </p:sp>
      <p:sp>
        <p:nvSpPr>
          <p:cNvPr id="10" name="内容占位符 9">
            <a:extLst>
              <a:ext uri="{FF2B5EF4-FFF2-40B4-BE49-F238E27FC236}">
                <a16:creationId xmlns:a16="http://schemas.microsoft.com/office/drawing/2014/main" id="{713F09CA-6FD6-5340-BF6F-4158F3DF7B14}"/>
              </a:ext>
            </a:extLst>
          </p:cNvPr>
          <p:cNvSpPr>
            <a:spLocks noGrp="1"/>
          </p:cNvSpPr>
          <p:nvPr>
            <p:ph idx="1"/>
          </p:nvPr>
        </p:nvSpPr>
        <p:spPr>
          <a:xfrm>
            <a:off x="1559707" y="2534867"/>
            <a:ext cx="3145633" cy="807179"/>
          </a:xfrm>
        </p:spPr>
        <p:txBody>
          <a:bodyPr>
            <a:normAutofit/>
          </a:bodyPr>
          <a:lstStyle/>
          <a:p>
            <a:pPr marL="0" indent="0">
              <a:lnSpc>
                <a:spcPct val="120000"/>
              </a:lnSpc>
              <a:buNone/>
            </a:pPr>
            <a:r>
              <a:rPr lang="zh-CN" altLang="zh-CN" sz="2400" dirty="0"/>
              <a:t>过度依赖开源代码</a:t>
            </a:r>
            <a:endParaRPr lang="en-US" altLang="zh-CN" sz="2400" dirty="0"/>
          </a:p>
        </p:txBody>
      </p:sp>
      <p:graphicFrame>
        <p:nvGraphicFramePr>
          <p:cNvPr id="4" name="内容占位符 7">
            <a:extLst>
              <a:ext uri="{FF2B5EF4-FFF2-40B4-BE49-F238E27FC236}">
                <a16:creationId xmlns:a16="http://schemas.microsoft.com/office/drawing/2014/main" id="{70EA0A1E-B718-934F-B469-ABFB98FB04D9}"/>
              </a:ext>
            </a:extLst>
          </p:cNvPr>
          <p:cNvGraphicFramePr>
            <a:graphicFrameLocks/>
          </p:cNvGraphicFramePr>
          <p:nvPr>
            <p:extLst>
              <p:ext uri="{D42A27DB-BD31-4B8C-83A1-F6EECF244321}">
                <p14:modId xmlns:p14="http://schemas.microsoft.com/office/powerpoint/2010/main" val="2104342341"/>
              </p:ext>
            </p:extLst>
          </p:nvPr>
        </p:nvGraphicFramePr>
        <p:xfrm>
          <a:off x="6611361" y="1739947"/>
          <a:ext cx="4513307" cy="44255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内容占位符 9">
            <a:extLst>
              <a:ext uri="{FF2B5EF4-FFF2-40B4-BE49-F238E27FC236}">
                <a16:creationId xmlns:a16="http://schemas.microsoft.com/office/drawing/2014/main" id="{EB8D21B3-3A86-F949-AD1C-C84FAFE6E3E4}"/>
              </a:ext>
            </a:extLst>
          </p:cNvPr>
          <p:cNvSpPr txBox="1">
            <a:spLocks/>
          </p:cNvSpPr>
          <p:nvPr/>
        </p:nvSpPr>
        <p:spPr>
          <a:xfrm>
            <a:off x="1416289" y="4076358"/>
            <a:ext cx="3145633" cy="93194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zh-CN" altLang="zh-CN" sz="2400" b="1" dirty="0">
                <a:solidFill>
                  <a:srgbClr val="C00000"/>
                </a:solidFill>
              </a:rPr>
              <a:t>在数学模型和算法</a:t>
            </a:r>
            <a:r>
              <a:rPr lang="zh-CN" altLang="en-US" sz="2400" b="1" dirty="0">
                <a:solidFill>
                  <a:srgbClr val="C00000"/>
                </a:solidFill>
              </a:rPr>
              <a:t>上</a:t>
            </a:r>
            <a:r>
              <a:rPr lang="zh-CN" altLang="zh-CN" sz="2400" b="1" dirty="0">
                <a:solidFill>
                  <a:srgbClr val="C00000"/>
                </a:solidFill>
              </a:rPr>
              <a:t>原创性</a:t>
            </a:r>
            <a:r>
              <a:rPr lang="zh-CN" altLang="en-US" sz="2400" b="1" dirty="0">
                <a:solidFill>
                  <a:srgbClr val="C00000"/>
                </a:solidFill>
              </a:rPr>
              <a:t>严重</a:t>
            </a:r>
            <a:r>
              <a:rPr lang="zh-CN" altLang="zh-CN" sz="2400" b="1" dirty="0">
                <a:solidFill>
                  <a:srgbClr val="C00000"/>
                </a:solidFill>
              </a:rPr>
              <a:t>不足</a:t>
            </a:r>
            <a:endParaRPr lang="en-US" altLang="zh-CN" sz="2400" b="1" dirty="0">
              <a:solidFill>
                <a:srgbClr val="C00000"/>
              </a:solidFill>
            </a:endParaRPr>
          </a:p>
        </p:txBody>
      </p:sp>
      <p:cxnSp>
        <p:nvCxnSpPr>
          <p:cNvPr id="3" name="直线箭头连接符 2">
            <a:extLst>
              <a:ext uri="{FF2B5EF4-FFF2-40B4-BE49-F238E27FC236}">
                <a16:creationId xmlns:a16="http://schemas.microsoft.com/office/drawing/2014/main" id="{29530631-FF0F-CD4F-9F15-F06BA8B7C318}"/>
              </a:ext>
            </a:extLst>
          </p:cNvPr>
          <p:cNvCxnSpPr/>
          <p:nvPr/>
        </p:nvCxnSpPr>
        <p:spPr>
          <a:xfrm>
            <a:off x="4896447" y="2928760"/>
            <a:ext cx="289148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左大括号 6">
            <a:extLst>
              <a:ext uri="{FF2B5EF4-FFF2-40B4-BE49-F238E27FC236}">
                <a16:creationId xmlns:a16="http://schemas.microsoft.com/office/drawing/2014/main" id="{0449A8EA-DA71-5E46-97A4-28E97EEAF4E5}"/>
              </a:ext>
            </a:extLst>
          </p:cNvPr>
          <p:cNvSpPr/>
          <p:nvPr/>
        </p:nvSpPr>
        <p:spPr>
          <a:xfrm>
            <a:off x="4847963" y="3545020"/>
            <a:ext cx="366064" cy="2573950"/>
          </a:xfrm>
          <a:prstGeom prst="leftBrace">
            <a:avLst/>
          </a:prstGeom>
          <a:noFill/>
          <a:ln w="15875">
            <a:solidFill>
              <a:srgbClr val="C0000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ln w="0"/>
              <a:solidFill>
                <a:schemeClr val="accent1"/>
              </a:solidFill>
              <a:effectLst>
                <a:outerShdw blurRad="38100" dist="25400" dir="5400000" algn="ctr" rotWithShape="0">
                  <a:srgbClr val="6E747A">
                    <a:alpha val="43000"/>
                  </a:srgbClr>
                </a:outerShdw>
              </a:effectLst>
            </a:endParaRPr>
          </a:p>
        </p:txBody>
      </p:sp>
      <p:cxnSp>
        <p:nvCxnSpPr>
          <p:cNvPr id="9" name="直线连接符 8">
            <a:extLst>
              <a:ext uri="{FF2B5EF4-FFF2-40B4-BE49-F238E27FC236}">
                <a16:creationId xmlns:a16="http://schemas.microsoft.com/office/drawing/2014/main" id="{385B1B33-B62A-6A47-A0E7-7E21ABC5081D}"/>
              </a:ext>
            </a:extLst>
          </p:cNvPr>
          <p:cNvCxnSpPr>
            <a:cxnSpLocks/>
          </p:cNvCxnSpPr>
          <p:nvPr/>
        </p:nvCxnSpPr>
        <p:spPr>
          <a:xfrm>
            <a:off x="1620188" y="3342046"/>
            <a:ext cx="8033766"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7963620"/>
      </p:ext>
    </p:extLst>
  </p:cSld>
  <p:clrMapOvr>
    <a:masterClrMapping/>
  </p:clrMapOvr>
  <mc:AlternateContent xmlns:mc="http://schemas.openxmlformats.org/markup-compatibility/2006" xmlns:p14="http://schemas.microsoft.com/office/powerpoint/2010/main">
    <mc:Choice Requires="p14">
      <p:transition spd="slow" p14:dur="2000" advTm="814"/>
    </mc:Choice>
    <mc:Fallback xmlns="">
      <p:transition spd="slow" advTm="814"/>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C3860EE-0170-0C4B-9F63-84BFCCFBE7F0}"/>
              </a:ext>
            </a:extLst>
          </p:cNvPr>
          <p:cNvSpPr/>
          <p:nvPr/>
        </p:nvSpPr>
        <p:spPr>
          <a:xfrm>
            <a:off x="8073923" y="5542521"/>
            <a:ext cx="1842809" cy="56212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线性代数与矩阵论</a:t>
            </a:r>
          </a:p>
        </p:txBody>
      </p:sp>
      <p:sp>
        <p:nvSpPr>
          <p:cNvPr id="18" name="矩形 17">
            <a:extLst>
              <a:ext uri="{FF2B5EF4-FFF2-40B4-BE49-F238E27FC236}">
                <a16:creationId xmlns:a16="http://schemas.microsoft.com/office/drawing/2014/main" id="{0E1FC933-7848-E146-A318-B2131E6F96F5}"/>
              </a:ext>
            </a:extLst>
          </p:cNvPr>
          <p:cNvSpPr/>
          <p:nvPr/>
        </p:nvSpPr>
        <p:spPr>
          <a:xfrm>
            <a:off x="8073921" y="3099774"/>
            <a:ext cx="1842809" cy="562127"/>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概率论与数理统计</a:t>
            </a:r>
          </a:p>
        </p:txBody>
      </p:sp>
      <p:sp>
        <p:nvSpPr>
          <p:cNvPr id="15" name="矩形 14">
            <a:extLst>
              <a:ext uri="{FF2B5EF4-FFF2-40B4-BE49-F238E27FC236}">
                <a16:creationId xmlns:a16="http://schemas.microsoft.com/office/drawing/2014/main" id="{FA8F5BAF-E6FB-654E-B9F4-49B9D95B2279}"/>
              </a:ext>
            </a:extLst>
          </p:cNvPr>
          <p:cNvSpPr/>
          <p:nvPr/>
        </p:nvSpPr>
        <p:spPr>
          <a:xfrm>
            <a:off x="5843035" y="3087492"/>
            <a:ext cx="1839159" cy="562128"/>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数值优化</a:t>
            </a:r>
          </a:p>
        </p:txBody>
      </p:sp>
      <p:sp>
        <p:nvSpPr>
          <p:cNvPr id="83" name="文本框 82">
            <a:extLst>
              <a:ext uri="{FF2B5EF4-FFF2-40B4-BE49-F238E27FC236}">
                <a16:creationId xmlns:a16="http://schemas.microsoft.com/office/drawing/2014/main" id="{8CCB4332-4DB8-034C-B887-07A150E6769A}"/>
              </a:ext>
            </a:extLst>
          </p:cNvPr>
          <p:cNvSpPr txBox="1"/>
          <p:nvPr/>
        </p:nvSpPr>
        <p:spPr>
          <a:xfrm>
            <a:off x="5645749" y="3004819"/>
            <a:ext cx="2212745" cy="785480"/>
          </a:xfrm>
          <a:prstGeom prst="rect">
            <a:avLst/>
          </a:prstGeom>
          <a:noFill/>
          <a:ln w="38100">
            <a:solidFill>
              <a:srgbClr val="C00000"/>
            </a:solidFill>
          </a:ln>
        </p:spPr>
        <p:txBody>
          <a:bodyPr wrap="square" rtlCol="0">
            <a:spAutoFit/>
          </a:bodyPr>
          <a:lstStyle/>
          <a:p>
            <a:endParaRPr kumimoji="1" lang="zh-CN" altLang="en-US" sz="1600" dirty="0"/>
          </a:p>
        </p:txBody>
      </p:sp>
      <p:sp>
        <p:nvSpPr>
          <p:cNvPr id="49" name="文本框 48">
            <a:extLst>
              <a:ext uri="{FF2B5EF4-FFF2-40B4-BE49-F238E27FC236}">
                <a16:creationId xmlns:a16="http://schemas.microsoft.com/office/drawing/2014/main" id="{5D6C1614-1AE6-B244-8B6B-5CAA5D30716A}"/>
              </a:ext>
            </a:extLst>
          </p:cNvPr>
          <p:cNvSpPr txBox="1"/>
          <p:nvPr/>
        </p:nvSpPr>
        <p:spPr>
          <a:xfrm>
            <a:off x="7940663" y="2983844"/>
            <a:ext cx="2212745" cy="790145"/>
          </a:xfrm>
          <a:prstGeom prst="rect">
            <a:avLst/>
          </a:prstGeom>
          <a:noFill/>
          <a:ln w="38100">
            <a:solidFill>
              <a:srgbClr val="C00000"/>
            </a:solidFill>
          </a:ln>
        </p:spPr>
        <p:txBody>
          <a:bodyPr wrap="square" rtlCol="0">
            <a:spAutoFit/>
          </a:bodyPr>
          <a:lstStyle/>
          <a:p>
            <a:endParaRPr kumimoji="1" lang="zh-CN" altLang="en-US" sz="1600" dirty="0"/>
          </a:p>
        </p:txBody>
      </p:sp>
      <p:sp>
        <p:nvSpPr>
          <p:cNvPr id="84" name="文本框 83">
            <a:extLst>
              <a:ext uri="{FF2B5EF4-FFF2-40B4-BE49-F238E27FC236}">
                <a16:creationId xmlns:a16="http://schemas.microsoft.com/office/drawing/2014/main" id="{704B4720-C5C9-E54B-9549-4D2241951F27}"/>
              </a:ext>
            </a:extLst>
          </p:cNvPr>
          <p:cNvSpPr txBox="1"/>
          <p:nvPr/>
        </p:nvSpPr>
        <p:spPr>
          <a:xfrm>
            <a:off x="7905021" y="5445363"/>
            <a:ext cx="2209335" cy="790138"/>
          </a:xfrm>
          <a:prstGeom prst="rect">
            <a:avLst/>
          </a:prstGeom>
          <a:noFill/>
          <a:ln w="38100">
            <a:solidFill>
              <a:srgbClr val="C00000"/>
            </a:solidFill>
          </a:ln>
        </p:spPr>
        <p:txBody>
          <a:bodyPr wrap="square" rtlCol="0">
            <a:spAutoFit/>
          </a:bodyPr>
          <a:lstStyle/>
          <a:p>
            <a:endParaRPr kumimoji="1" lang="zh-CN" altLang="en-US" sz="1600" dirty="0"/>
          </a:p>
        </p:txBody>
      </p:sp>
      <p:sp>
        <p:nvSpPr>
          <p:cNvPr id="8" name="标题 7">
            <a:extLst>
              <a:ext uri="{FF2B5EF4-FFF2-40B4-BE49-F238E27FC236}">
                <a16:creationId xmlns:a16="http://schemas.microsoft.com/office/drawing/2014/main" id="{AE0E990B-6FEA-E844-9C60-45B385B5BA37}"/>
              </a:ext>
            </a:extLst>
          </p:cNvPr>
          <p:cNvSpPr>
            <a:spLocks noGrp="1"/>
          </p:cNvSpPr>
          <p:nvPr>
            <p:ph type="title"/>
          </p:nvPr>
        </p:nvSpPr>
        <p:spPr/>
        <p:txBody>
          <a:bodyPr>
            <a:normAutofit/>
          </a:bodyPr>
          <a:lstStyle/>
          <a:p>
            <a:r>
              <a:rPr lang="zh-CN" altLang="en-US" dirty="0"/>
              <a:t>人工智能的数学工具</a:t>
            </a:r>
          </a:p>
        </p:txBody>
      </p:sp>
      <p:graphicFrame>
        <p:nvGraphicFramePr>
          <p:cNvPr id="54" name="内容占位符 4">
            <a:extLst>
              <a:ext uri="{FF2B5EF4-FFF2-40B4-BE49-F238E27FC236}">
                <a16:creationId xmlns:a16="http://schemas.microsoft.com/office/drawing/2014/main" id="{7CECBD01-B5CA-A144-8F96-4BB66FD44F94}"/>
              </a:ext>
            </a:extLst>
          </p:cNvPr>
          <p:cNvGraphicFramePr>
            <a:graphicFrameLocks noGrp="1"/>
          </p:cNvGraphicFramePr>
          <p:nvPr>
            <p:ph idx="1"/>
            <p:extLst>
              <p:ext uri="{D42A27DB-BD31-4B8C-83A1-F6EECF244321}">
                <p14:modId xmlns:p14="http://schemas.microsoft.com/office/powerpoint/2010/main" val="4237828410"/>
              </p:ext>
            </p:extLst>
          </p:nvPr>
        </p:nvGraphicFramePr>
        <p:xfrm>
          <a:off x="-721501" y="2313453"/>
          <a:ext cx="6944389" cy="3174553"/>
        </p:xfrm>
        <a:graphic>
          <a:graphicData uri="http://schemas.openxmlformats.org/drawingml/2006/chart">
            <c:chart xmlns:c="http://schemas.openxmlformats.org/drawingml/2006/chart" xmlns:r="http://schemas.openxmlformats.org/officeDocument/2006/relationships" r:id="rId3"/>
          </a:graphicData>
        </a:graphic>
      </p:graphicFrame>
      <p:sp>
        <p:nvSpPr>
          <p:cNvPr id="16" name="矩形 15">
            <a:extLst>
              <a:ext uri="{FF2B5EF4-FFF2-40B4-BE49-F238E27FC236}">
                <a16:creationId xmlns:a16="http://schemas.microsoft.com/office/drawing/2014/main" id="{9FA212F7-6E52-BE40-9C9E-A4A642E2EEC9}"/>
              </a:ext>
            </a:extLst>
          </p:cNvPr>
          <p:cNvSpPr/>
          <p:nvPr/>
        </p:nvSpPr>
        <p:spPr>
          <a:xfrm>
            <a:off x="5824423" y="5542521"/>
            <a:ext cx="1853174" cy="562128"/>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一元微积分</a:t>
            </a:r>
          </a:p>
        </p:txBody>
      </p:sp>
      <p:sp>
        <p:nvSpPr>
          <p:cNvPr id="19" name="矩形 18">
            <a:extLst>
              <a:ext uri="{FF2B5EF4-FFF2-40B4-BE49-F238E27FC236}">
                <a16:creationId xmlns:a16="http://schemas.microsoft.com/office/drawing/2014/main" id="{218838E3-E987-A44A-B4C2-F603508E6BE9}"/>
              </a:ext>
            </a:extLst>
          </p:cNvPr>
          <p:cNvSpPr/>
          <p:nvPr/>
        </p:nvSpPr>
        <p:spPr>
          <a:xfrm>
            <a:off x="5841861" y="1770909"/>
            <a:ext cx="1851291" cy="562128"/>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信息论</a:t>
            </a:r>
          </a:p>
        </p:txBody>
      </p:sp>
      <p:sp>
        <p:nvSpPr>
          <p:cNvPr id="23" name="矩形 22">
            <a:extLst>
              <a:ext uri="{FF2B5EF4-FFF2-40B4-BE49-F238E27FC236}">
                <a16:creationId xmlns:a16="http://schemas.microsoft.com/office/drawing/2014/main" id="{8A3F3AFD-0148-2544-A122-941F38716D6D}"/>
              </a:ext>
            </a:extLst>
          </p:cNvPr>
          <p:cNvSpPr/>
          <p:nvPr/>
        </p:nvSpPr>
        <p:spPr>
          <a:xfrm>
            <a:off x="8100268" y="1775789"/>
            <a:ext cx="1842809" cy="562128"/>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随机过程</a:t>
            </a:r>
          </a:p>
        </p:txBody>
      </p:sp>
      <p:sp>
        <p:nvSpPr>
          <p:cNvPr id="24" name="矩形 23">
            <a:extLst>
              <a:ext uri="{FF2B5EF4-FFF2-40B4-BE49-F238E27FC236}">
                <a16:creationId xmlns:a16="http://schemas.microsoft.com/office/drawing/2014/main" id="{B844448A-C0BF-2742-A930-71DB394CE3E3}"/>
              </a:ext>
            </a:extLst>
          </p:cNvPr>
          <p:cNvSpPr/>
          <p:nvPr/>
        </p:nvSpPr>
        <p:spPr>
          <a:xfrm>
            <a:off x="10310469" y="1770908"/>
            <a:ext cx="1842809" cy="562128"/>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图论</a:t>
            </a:r>
          </a:p>
        </p:txBody>
      </p:sp>
      <p:cxnSp>
        <p:nvCxnSpPr>
          <p:cNvPr id="6" name="直线箭头连接符 5">
            <a:extLst>
              <a:ext uri="{FF2B5EF4-FFF2-40B4-BE49-F238E27FC236}">
                <a16:creationId xmlns:a16="http://schemas.microsoft.com/office/drawing/2014/main" id="{446E7F34-B315-364D-A34B-D70AE7D7768F}"/>
              </a:ext>
            </a:extLst>
          </p:cNvPr>
          <p:cNvCxnSpPr>
            <a:cxnSpLocks/>
            <a:stCxn id="41" idx="0"/>
          </p:cNvCxnSpPr>
          <p:nvPr/>
        </p:nvCxnSpPr>
        <p:spPr>
          <a:xfrm flipH="1" flipV="1">
            <a:off x="6749635" y="3618815"/>
            <a:ext cx="434" cy="72839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5" name="直线箭头连接符 24">
            <a:extLst>
              <a:ext uri="{FF2B5EF4-FFF2-40B4-BE49-F238E27FC236}">
                <a16:creationId xmlns:a16="http://schemas.microsoft.com/office/drawing/2014/main" id="{3F02D41A-EB33-0045-A646-FA28AA7BEEC8}"/>
              </a:ext>
            </a:extLst>
          </p:cNvPr>
          <p:cNvCxnSpPr>
            <a:cxnSpLocks/>
          </p:cNvCxnSpPr>
          <p:nvPr/>
        </p:nvCxnSpPr>
        <p:spPr>
          <a:xfrm flipH="1" flipV="1">
            <a:off x="6754252" y="2324840"/>
            <a:ext cx="3598" cy="38662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8" name="直线箭头连接符 27">
            <a:extLst>
              <a:ext uri="{FF2B5EF4-FFF2-40B4-BE49-F238E27FC236}">
                <a16:creationId xmlns:a16="http://schemas.microsoft.com/office/drawing/2014/main" id="{4267B4ED-6C46-A64C-A2B2-7BEAB0F497F4}"/>
              </a:ext>
            </a:extLst>
          </p:cNvPr>
          <p:cNvCxnSpPr>
            <a:cxnSpLocks/>
          </p:cNvCxnSpPr>
          <p:nvPr/>
        </p:nvCxnSpPr>
        <p:spPr>
          <a:xfrm flipV="1">
            <a:off x="11385394" y="2333036"/>
            <a:ext cx="0" cy="350739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0" name="直线连接符 29">
            <a:extLst>
              <a:ext uri="{FF2B5EF4-FFF2-40B4-BE49-F238E27FC236}">
                <a16:creationId xmlns:a16="http://schemas.microsoft.com/office/drawing/2014/main" id="{0404B6AE-5C12-5640-9739-2FE951D65A87}"/>
              </a:ext>
            </a:extLst>
          </p:cNvPr>
          <p:cNvCxnSpPr>
            <a:cxnSpLocks/>
            <a:stCxn id="4" idx="3"/>
          </p:cNvCxnSpPr>
          <p:nvPr/>
        </p:nvCxnSpPr>
        <p:spPr>
          <a:xfrm>
            <a:off x="9916732" y="5823585"/>
            <a:ext cx="1468662" cy="9909"/>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2" name="直线箭头连接符 31">
            <a:extLst>
              <a:ext uri="{FF2B5EF4-FFF2-40B4-BE49-F238E27FC236}">
                <a16:creationId xmlns:a16="http://schemas.microsoft.com/office/drawing/2014/main" id="{23634DBA-9A51-E948-B6F8-1FB29969EFA6}"/>
              </a:ext>
            </a:extLst>
          </p:cNvPr>
          <p:cNvCxnSpPr>
            <a:cxnSpLocks/>
          </p:cNvCxnSpPr>
          <p:nvPr/>
        </p:nvCxnSpPr>
        <p:spPr>
          <a:xfrm flipH="1">
            <a:off x="7678885" y="4624225"/>
            <a:ext cx="1325677"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6" name="直线连接符 35">
            <a:extLst>
              <a:ext uri="{FF2B5EF4-FFF2-40B4-BE49-F238E27FC236}">
                <a16:creationId xmlns:a16="http://schemas.microsoft.com/office/drawing/2014/main" id="{033C73F5-55E0-C645-9CB5-103C1B15710C}"/>
              </a:ext>
            </a:extLst>
          </p:cNvPr>
          <p:cNvCxnSpPr>
            <a:cxnSpLocks/>
          </p:cNvCxnSpPr>
          <p:nvPr/>
        </p:nvCxnSpPr>
        <p:spPr>
          <a:xfrm flipV="1">
            <a:off x="8995326" y="4624225"/>
            <a:ext cx="0" cy="918297"/>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1" name="矩形 40">
            <a:extLst>
              <a:ext uri="{FF2B5EF4-FFF2-40B4-BE49-F238E27FC236}">
                <a16:creationId xmlns:a16="http://schemas.microsoft.com/office/drawing/2014/main" id="{69431DEB-F07A-2C49-88CB-C880711D4CB2}"/>
              </a:ext>
            </a:extLst>
          </p:cNvPr>
          <p:cNvSpPr/>
          <p:nvPr/>
        </p:nvSpPr>
        <p:spPr>
          <a:xfrm>
            <a:off x="5824423" y="4347207"/>
            <a:ext cx="1851291" cy="56212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多元微积分</a:t>
            </a:r>
          </a:p>
        </p:txBody>
      </p:sp>
      <p:cxnSp>
        <p:nvCxnSpPr>
          <p:cNvPr id="42" name="直线箭头连接符 41">
            <a:extLst>
              <a:ext uri="{FF2B5EF4-FFF2-40B4-BE49-F238E27FC236}">
                <a16:creationId xmlns:a16="http://schemas.microsoft.com/office/drawing/2014/main" id="{E8EC3B45-E421-9644-B573-ADBFD47284C7}"/>
              </a:ext>
            </a:extLst>
          </p:cNvPr>
          <p:cNvCxnSpPr>
            <a:cxnSpLocks/>
            <a:stCxn id="16" idx="0"/>
            <a:endCxn id="41" idx="2"/>
          </p:cNvCxnSpPr>
          <p:nvPr/>
        </p:nvCxnSpPr>
        <p:spPr>
          <a:xfrm flipH="1" flipV="1">
            <a:off x="6750069" y="4909335"/>
            <a:ext cx="941" cy="63318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171F1542-4260-0B4B-94AD-5B1007F57CCD}"/>
              </a:ext>
            </a:extLst>
          </p:cNvPr>
          <p:cNvSpPr txBox="1"/>
          <p:nvPr/>
        </p:nvSpPr>
        <p:spPr>
          <a:xfrm>
            <a:off x="7909713" y="1690713"/>
            <a:ext cx="2211355" cy="744052"/>
          </a:xfrm>
          <a:prstGeom prst="rect">
            <a:avLst/>
          </a:prstGeom>
          <a:noFill/>
          <a:ln w="38100">
            <a:solidFill>
              <a:srgbClr val="C00000"/>
            </a:solidFill>
            <a:prstDash val="sysDash"/>
          </a:ln>
        </p:spPr>
        <p:txBody>
          <a:bodyPr wrap="square" rtlCol="0">
            <a:spAutoFit/>
          </a:bodyPr>
          <a:lstStyle/>
          <a:p>
            <a:endParaRPr kumimoji="1" lang="zh-CN" altLang="en-US" sz="1600" dirty="0"/>
          </a:p>
        </p:txBody>
      </p:sp>
      <p:cxnSp>
        <p:nvCxnSpPr>
          <p:cNvPr id="52" name="直线箭头连接符 51">
            <a:extLst>
              <a:ext uri="{FF2B5EF4-FFF2-40B4-BE49-F238E27FC236}">
                <a16:creationId xmlns:a16="http://schemas.microsoft.com/office/drawing/2014/main" id="{551607A0-CBCF-B540-8F5E-18FEE02CADBB}"/>
              </a:ext>
            </a:extLst>
          </p:cNvPr>
          <p:cNvCxnSpPr>
            <a:cxnSpLocks/>
          </p:cNvCxnSpPr>
          <p:nvPr/>
        </p:nvCxnSpPr>
        <p:spPr>
          <a:xfrm flipV="1">
            <a:off x="8968697" y="3672106"/>
            <a:ext cx="0" cy="424838"/>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88" name="直线连接符 87">
            <a:extLst>
              <a:ext uri="{FF2B5EF4-FFF2-40B4-BE49-F238E27FC236}">
                <a16:creationId xmlns:a16="http://schemas.microsoft.com/office/drawing/2014/main" id="{1716E4E2-A5EE-A14B-A8FA-A98BCB6CCFC3}"/>
              </a:ext>
            </a:extLst>
          </p:cNvPr>
          <p:cNvCxnSpPr>
            <a:cxnSpLocks/>
          </p:cNvCxnSpPr>
          <p:nvPr/>
        </p:nvCxnSpPr>
        <p:spPr>
          <a:xfrm>
            <a:off x="6736905" y="4077918"/>
            <a:ext cx="2245044" cy="1589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5" name="直线箭头连接符 94">
            <a:extLst>
              <a:ext uri="{FF2B5EF4-FFF2-40B4-BE49-F238E27FC236}">
                <a16:creationId xmlns:a16="http://schemas.microsoft.com/office/drawing/2014/main" id="{C289EC24-E85A-8243-AD07-C44B143B42FA}"/>
              </a:ext>
            </a:extLst>
          </p:cNvPr>
          <p:cNvCxnSpPr>
            <a:cxnSpLocks/>
          </p:cNvCxnSpPr>
          <p:nvPr/>
        </p:nvCxnSpPr>
        <p:spPr>
          <a:xfrm flipV="1">
            <a:off x="8981949" y="2314854"/>
            <a:ext cx="4184" cy="77493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97" name="直线连接符 96">
            <a:extLst>
              <a:ext uri="{FF2B5EF4-FFF2-40B4-BE49-F238E27FC236}">
                <a16:creationId xmlns:a16="http://schemas.microsoft.com/office/drawing/2014/main" id="{3CD28A79-F8C3-584B-AFB8-3CB3858388C0}"/>
              </a:ext>
            </a:extLst>
          </p:cNvPr>
          <p:cNvCxnSpPr>
            <a:cxnSpLocks/>
          </p:cNvCxnSpPr>
          <p:nvPr/>
        </p:nvCxnSpPr>
        <p:spPr>
          <a:xfrm>
            <a:off x="6746340" y="2719478"/>
            <a:ext cx="2245044" cy="15892"/>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9977511"/>
      </p:ext>
    </p:extLst>
  </p:cSld>
  <p:clrMapOvr>
    <a:masterClrMapping/>
  </p:clrMapOvr>
  <mc:AlternateContent xmlns:mc="http://schemas.openxmlformats.org/markup-compatibility/2006" xmlns:p14="http://schemas.microsoft.com/office/powerpoint/2010/main">
    <mc:Choice Requires="p14">
      <p:transition spd="slow" p14:dur="2000" advTm="16118"/>
    </mc:Choice>
    <mc:Fallback xmlns="">
      <p:transition spd="slow" advTm="16118"/>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94A9AE-CB49-384A-87DC-1D0F4CC4BFE1}"/>
              </a:ext>
            </a:extLst>
          </p:cNvPr>
          <p:cNvSpPr>
            <a:spLocks noGrp="1"/>
          </p:cNvSpPr>
          <p:nvPr>
            <p:ph type="title"/>
          </p:nvPr>
        </p:nvSpPr>
        <p:spPr/>
        <p:txBody>
          <a:bodyPr/>
          <a:lstStyle/>
          <a:p>
            <a:r>
              <a:rPr lang="zh-CN" altLang="en-US" sz="4000" dirty="0">
                <a:latin typeface="KaiTi" panose="02010609060101010101" pitchFamily="49" charset="-122"/>
              </a:rPr>
              <a:t>软工专业的数学教学</a:t>
            </a:r>
            <a:endParaRPr lang="zh-CN" altLang="en-US" dirty="0"/>
          </a:p>
        </p:txBody>
      </p:sp>
      <p:pic>
        <p:nvPicPr>
          <p:cNvPr id="8" name="内容占位符 4">
            <a:extLst>
              <a:ext uri="{FF2B5EF4-FFF2-40B4-BE49-F238E27FC236}">
                <a16:creationId xmlns:a16="http://schemas.microsoft.com/office/drawing/2014/main" id="{E694E685-4736-574C-8120-5C9C81F927EC}"/>
              </a:ext>
            </a:extLst>
          </p:cNvPr>
          <p:cNvPicPr>
            <a:picLocks noChangeAspect="1"/>
          </p:cNvPicPr>
          <p:nvPr/>
        </p:nvPicPr>
        <p:blipFill rotWithShape="1">
          <a:blip r:embed="rId3">
            <a:extLst>
              <a:ext uri="{28A0092B-C50C-407E-A947-70E740481C1C}">
                <a14:useLocalDpi xmlns:a14="http://schemas.microsoft.com/office/drawing/2010/main" val="0"/>
              </a:ext>
            </a:extLst>
          </a:blip>
          <a:srcRect l="2775"/>
          <a:stretch/>
        </p:blipFill>
        <p:spPr>
          <a:xfrm>
            <a:off x="6630838" y="1459914"/>
            <a:ext cx="5561162" cy="4559805"/>
          </a:xfrm>
          <a:prstGeom prst="rect">
            <a:avLst/>
          </a:prstGeom>
        </p:spPr>
      </p:pic>
      <p:graphicFrame>
        <p:nvGraphicFramePr>
          <p:cNvPr id="10" name="内容占位符 5">
            <a:extLst>
              <a:ext uri="{FF2B5EF4-FFF2-40B4-BE49-F238E27FC236}">
                <a16:creationId xmlns:a16="http://schemas.microsoft.com/office/drawing/2014/main" id="{DA0669A5-4CFC-3C4C-8B21-21CE1468BD9B}"/>
              </a:ext>
            </a:extLst>
          </p:cNvPr>
          <p:cNvGraphicFramePr>
            <a:graphicFrameLocks/>
          </p:cNvGraphicFramePr>
          <p:nvPr>
            <p:extLst>
              <p:ext uri="{D42A27DB-BD31-4B8C-83A1-F6EECF244321}">
                <p14:modId xmlns:p14="http://schemas.microsoft.com/office/powerpoint/2010/main" val="4106428882"/>
              </p:ext>
            </p:extLst>
          </p:nvPr>
        </p:nvGraphicFramePr>
        <p:xfrm>
          <a:off x="-234727" y="1823685"/>
          <a:ext cx="6025183" cy="419603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文本框 10">
            <a:extLst>
              <a:ext uri="{FF2B5EF4-FFF2-40B4-BE49-F238E27FC236}">
                <a16:creationId xmlns:a16="http://schemas.microsoft.com/office/drawing/2014/main" id="{9465CC4D-A666-8641-9D0D-654343EAD9E4}"/>
              </a:ext>
            </a:extLst>
          </p:cNvPr>
          <p:cNvSpPr txBox="1"/>
          <p:nvPr/>
        </p:nvSpPr>
        <p:spPr>
          <a:xfrm>
            <a:off x="0" y="1604509"/>
            <a:ext cx="5787221" cy="2354437"/>
          </a:xfrm>
          <a:prstGeom prst="rect">
            <a:avLst/>
          </a:prstGeom>
          <a:solidFill>
            <a:srgbClr val="FFFF00">
              <a:alpha val="32000"/>
            </a:srgbClr>
          </a:solidFill>
          <a:ln w="34925">
            <a:solidFill>
              <a:srgbClr val="C00000"/>
            </a:solidFill>
          </a:ln>
        </p:spPr>
        <p:txBody>
          <a:bodyPr wrap="square" rtlCol="0">
            <a:spAutoFit/>
          </a:bodyPr>
          <a:lstStyle/>
          <a:p>
            <a:pPr algn="l"/>
            <a:endParaRPr kumimoji="1" lang="zh-CN" altLang="en-US" sz="2400" dirty="0">
              <a:ea typeface="KaiTi" panose="02010609060101010101" pitchFamily="49" charset="-122"/>
              <a:cs typeface="Times New Roman" panose="02020603050405020304" pitchFamily="18" charset="0"/>
            </a:endParaRPr>
          </a:p>
        </p:txBody>
      </p:sp>
      <p:sp>
        <p:nvSpPr>
          <p:cNvPr id="12" name="文本框 11">
            <a:extLst>
              <a:ext uri="{FF2B5EF4-FFF2-40B4-BE49-F238E27FC236}">
                <a16:creationId xmlns:a16="http://schemas.microsoft.com/office/drawing/2014/main" id="{C4573469-4E0E-0E4F-A3A4-DC1B86310106}"/>
              </a:ext>
            </a:extLst>
          </p:cNvPr>
          <p:cNvSpPr txBox="1"/>
          <p:nvPr/>
        </p:nvSpPr>
        <p:spPr>
          <a:xfrm>
            <a:off x="0" y="5061676"/>
            <a:ext cx="5787221" cy="830997"/>
          </a:xfrm>
          <a:prstGeom prst="rect">
            <a:avLst/>
          </a:prstGeom>
          <a:solidFill>
            <a:srgbClr val="FFFF00">
              <a:alpha val="32000"/>
            </a:srgbClr>
          </a:solidFill>
          <a:ln w="34925">
            <a:solidFill>
              <a:srgbClr val="C00000"/>
            </a:solidFill>
          </a:ln>
        </p:spPr>
        <p:txBody>
          <a:bodyPr wrap="square" rtlCol="0">
            <a:spAutoFit/>
          </a:bodyPr>
          <a:lstStyle/>
          <a:p>
            <a:pPr algn="l"/>
            <a:endParaRPr kumimoji="1" lang="en-US" altLang="zh-CN" sz="2400" dirty="0">
              <a:ea typeface="KaiTi" panose="02010609060101010101" pitchFamily="49" charset="-122"/>
              <a:cs typeface="Times New Roman" panose="02020603050405020304" pitchFamily="18" charset="0"/>
            </a:endParaRPr>
          </a:p>
          <a:p>
            <a:pPr algn="l"/>
            <a:endParaRPr kumimoji="1" lang="zh-CN" altLang="en-US" sz="2400" dirty="0">
              <a:ea typeface="KaiT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864559332"/>
      </p:ext>
    </p:extLst>
  </p:cSld>
  <p:clrMapOvr>
    <a:masterClrMapping/>
  </p:clrMapOvr>
  <mc:AlternateContent xmlns:mc="http://schemas.openxmlformats.org/markup-compatibility/2006" xmlns:p14="http://schemas.microsoft.com/office/powerpoint/2010/main">
    <mc:Choice Requires="p14">
      <p:transition spd="slow" p14:dur="2000" advTm="1284"/>
    </mc:Choice>
    <mc:Fallback xmlns="">
      <p:transition spd="slow" advTm="128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C3860EE-0170-0C4B-9F63-84BFCCFBE7F0}"/>
              </a:ext>
            </a:extLst>
          </p:cNvPr>
          <p:cNvSpPr/>
          <p:nvPr/>
        </p:nvSpPr>
        <p:spPr>
          <a:xfrm>
            <a:off x="8073923" y="5542521"/>
            <a:ext cx="1842809" cy="56212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线性代数与矩阵论</a:t>
            </a:r>
          </a:p>
        </p:txBody>
      </p:sp>
      <p:sp>
        <p:nvSpPr>
          <p:cNvPr id="18" name="矩形 17">
            <a:extLst>
              <a:ext uri="{FF2B5EF4-FFF2-40B4-BE49-F238E27FC236}">
                <a16:creationId xmlns:a16="http://schemas.microsoft.com/office/drawing/2014/main" id="{0E1FC933-7848-E146-A318-B2131E6F96F5}"/>
              </a:ext>
            </a:extLst>
          </p:cNvPr>
          <p:cNvSpPr/>
          <p:nvPr/>
        </p:nvSpPr>
        <p:spPr>
          <a:xfrm>
            <a:off x="8073921" y="3099774"/>
            <a:ext cx="1842809" cy="562127"/>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概率论与数理统计</a:t>
            </a:r>
          </a:p>
        </p:txBody>
      </p:sp>
      <p:sp>
        <p:nvSpPr>
          <p:cNvPr id="15" name="矩形 14">
            <a:extLst>
              <a:ext uri="{FF2B5EF4-FFF2-40B4-BE49-F238E27FC236}">
                <a16:creationId xmlns:a16="http://schemas.microsoft.com/office/drawing/2014/main" id="{FA8F5BAF-E6FB-654E-B9F4-49B9D95B2279}"/>
              </a:ext>
            </a:extLst>
          </p:cNvPr>
          <p:cNvSpPr/>
          <p:nvPr/>
        </p:nvSpPr>
        <p:spPr>
          <a:xfrm>
            <a:off x="5843035" y="3087492"/>
            <a:ext cx="1839159" cy="562128"/>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数值优化</a:t>
            </a:r>
          </a:p>
        </p:txBody>
      </p:sp>
      <p:sp>
        <p:nvSpPr>
          <p:cNvPr id="83" name="文本框 82">
            <a:extLst>
              <a:ext uri="{FF2B5EF4-FFF2-40B4-BE49-F238E27FC236}">
                <a16:creationId xmlns:a16="http://schemas.microsoft.com/office/drawing/2014/main" id="{8CCB4332-4DB8-034C-B887-07A150E6769A}"/>
              </a:ext>
            </a:extLst>
          </p:cNvPr>
          <p:cNvSpPr txBox="1"/>
          <p:nvPr/>
        </p:nvSpPr>
        <p:spPr>
          <a:xfrm>
            <a:off x="5645749" y="3004819"/>
            <a:ext cx="2212745" cy="785480"/>
          </a:xfrm>
          <a:prstGeom prst="rect">
            <a:avLst/>
          </a:prstGeom>
          <a:noFill/>
          <a:ln w="38100">
            <a:solidFill>
              <a:srgbClr val="C00000"/>
            </a:solidFill>
          </a:ln>
        </p:spPr>
        <p:txBody>
          <a:bodyPr wrap="square" rtlCol="0">
            <a:spAutoFit/>
          </a:bodyPr>
          <a:lstStyle/>
          <a:p>
            <a:endParaRPr kumimoji="1" lang="zh-CN" altLang="en-US" sz="1600" dirty="0"/>
          </a:p>
        </p:txBody>
      </p:sp>
      <p:sp>
        <p:nvSpPr>
          <p:cNvPr id="49" name="文本框 48">
            <a:extLst>
              <a:ext uri="{FF2B5EF4-FFF2-40B4-BE49-F238E27FC236}">
                <a16:creationId xmlns:a16="http://schemas.microsoft.com/office/drawing/2014/main" id="{5D6C1614-1AE6-B244-8B6B-5CAA5D30716A}"/>
              </a:ext>
            </a:extLst>
          </p:cNvPr>
          <p:cNvSpPr txBox="1"/>
          <p:nvPr/>
        </p:nvSpPr>
        <p:spPr>
          <a:xfrm>
            <a:off x="7940663" y="2983844"/>
            <a:ext cx="2212745" cy="790145"/>
          </a:xfrm>
          <a:prstGeom prst="rect">
            <a:avLst/>
          </a:prstGeom>
          <a:noFill/>
          <a:ln w="38100">
            <a:solidFill>
              <a:srgbClr val="C00000"/>
            </a:solidFill>
          </a:ln>
        </p:spPr>
        <p:txBody>
          <a:bodyPr wrap="square" rtlCol="0">
            <a:spAutoFit/>
          </a:bodyPr>
          <a:lstStyle/>
          <a:p>
            <a:endParaRPr kumimoji="1" lang="zh-CN" altLang="en-US" sz="1600" dirty="0"/>
          </a:p>
        </p:txBody>
      </p:sp>
      <p:sp>
        <p:nvSpPr>
          <p:cNvPr id="84" name="文本框 83">
            <a:extLst>
              <a:ext uri="{FF2B5EF4-FFF2-40B4-BE49-F238E27FC236}">
                <a16:creationId xmlns:a16="http://schemas.microsoft.com/office/drawing/2014/main" id="{704B4720-C5C9-E54B-9549-4D2241951F27}"/>
              </a:ext>
            </a:extLst>
          </p:cNvPr>
          <p:cNvSpPr txBox="1"/>
          <p:nvPr/>
        </p:nvSpPr>
        <p:spPr>
          <a:xfrm>
            <a:off x="7905021" y="5445363"/>
            <a:ext cx="2209335" cy="790138"/>
          </a:xfrm>
          <a:prstGeom prst="rect">
            <a:avLst/>
          </a:prstGeom>
          <a:noFill/>
          <a:ln w="38100">
            <a:solidFill>
              <a:srgbClr val="C00000"/>
            </a:solidFill>
          </a:ln>
        </p:spPr>
        <p:txBody>
          <a:bodyPr wrap="square" rtlCol="0">
            <a:spAutoFit/>
          </a:bodyPr>
          <a:lstStyle/>
          <a:p>
            <a:endParaRPr kumimoji="1" lang="zh-CN" altLang="en-US" sz="1600" dirty="0"/>
          </a:p>
        </p:txBody>
      </p:sp>
      <p:sp>
        <p:nvSpPr>
          <p:cNvPr id="8" name="标题 7">
            <a:extLst>
              <a:ext uri="{FF2B5EF4-FFF2-40B4-BE49-F238E27FC236}">
                <a16:creationId xmlns:a16="http://schemas.microsoft.com/office/drawing/2014/main" id="{AE0E990B-6FEA-E844-9C60-45B385B5BA37}"/>
              </a:ext>
            </a:extLst>
          </p:cNvPr>
          <p:cNvSpPr>
            <a:spLocks noGrp="1"/>
          </p:cNvSpPr>
          <p:nvPr>
            <p:ph type="title"/>
          </p:nvPr>
        </p:nvSpPr>
        <p:spPr/>
        <p:txBody>
          <a:bodyPr>
            <a:normAutofit/>
          </a:bodyPr>
          <a:lstStyle/>
          <a:p>
            <a:r>
              <a:rPr lang="zh-CN" altLang="en-US" sz="4000" dirty="0">
                <a:latin typeface="KaiTi" panose="02010609060101010101" pitchFamily="49" charset="-122"/>
              </a:rPr>
              <a:t>软工专业的数学教学</a:t>
            </a:r>
            <a:endParaRPr lang="zh-CN" altLang="en-US" dirty="0"/>
          </a:p>
        </p:txBody>
      </p:sp>
      <p:sp>
        <p:nvSpPr>
          <p:cNvPr id="16" name="矩形 15">
            <a:extLst>
              <a:ext uri="{FF2B5EF4-FFF2-40B4-BE49-F238E27FC236}">
                <a16:creationId xmlns:a16="http://schemas.microsoft.com/office/drawing/2014/main" id="{9FA212F7-6E52-BE40-9C9E-A4A642E2EEC9}"/>
              </a:ext>
            </a:extLst>
          </p:cNvPr>
          <p:cNvSpPr/>
          <p:nvPr/>
        </p:nvSpPr>
        <p:spPr>
          <a:xfrm>
            <a:off x="5824423" y="5542521"/>
            <a:ext cx="1853174" cy="562128"/>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一元微积分</a:t>
            </a:r>
          </a:p>
        </p:txBody>
      </p:sp>
      <p:sp>
        <p:nvSpPr>
          <p:cNvPr id="19" name="矩形 18">
            <a:extLst>
              <a:ext uri="{FF2B5EF4-FFF2-40B4-BE49-F238E27FC236}">
                <a16:creationId xmlns:a16="http://schemas.microsoft.com/office/drawing/2014/main" id="{218838E3-E987-A44A-B4C2-F603508E6BE9}"/>
              </a:ext>
            </a:extLst>
          </p:cNvPr>
          <p:cNvSpPr/>
          <p:nvPr/>
        </p:nvSpPr>
        <p:spPr>
          <a:xfrm>
            <a:off x="5841861" y="1770909"/>
            <a:ext cx="1851291" cy="562128"/>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信息论</a:t>
            </a:r>
          </a:p>
        </p:txBody>
      </p:sp>
      <p:sp>
        <p:nvSpPr>
          <p:cNvPr id="23" name="矩形 22">
            <a:extLst>
              <a:ext uri="{FF2B5EF4-FFF2-40B4-BE49-F238E27FC236}">
                <a16:creationId xmlns:a16="http://schemas.microsoft.com/office/drawing/2014/main" id="{8A3F3AFD-0148-2544-A122-941F38716D6D}"/>
              </a:ext>
            </a:extLst>
          </p:cNvPr>
          <p:cNvSpPr/>
          <p:nvPr/>
        </p:nvSpPr>
        <p:spPr>
          <a:xfrm>
            <a:off x="8100268" y="1775789"/>
            <a:ext cx="1842809" cy="562128"/>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随机过程</a:t>
            </a:r>
          </a:p>
        </p:txBody>
      </p:sp>
      <p:sp>
        <p:nvSpPr>
          <p:cNvPr id="24" name="矩形 23">
            <a:extLst>
              <a:ext uri="{FF2B5EF4-FFF2-40B4-BE49-F238E27FC236}">
                <a16:creationId xmlns:a16="http://schemas.microsoft.com/office/drawing/2014/main" id="{B844448A-C0BF-2742-A930-71DB394CE3E3}"/>
              </a:ext>
            </a:extLst>
          </p:cNvPr>
          <p:cNvSpPr/>
          <p:nvPr/>
        </p:nvSpPr>
        <p:spPr>
          <a:xfrm>
            <a:off x="10310469" y="1770908"/>
            <a:ext cx="1842809" cy="562128"/>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图论</a:t>
            </a:r>
          </a:p>
        </p:txBody>
      </p:sp>
      <p:cxnSp>
        <p:nvCxnSpPr>
          <p:cNvPr id="6" name="直线箭头连接符 5">
            <a:extLst>
              <a:ext uri="{FF2B5EF4-FFF2-40B4-BE49-F238E27FC236}">
                <a16:creationId xmlns:a16="http://schemas.microsoft.com/office/drawing/2014/main" id="{446E7F34-B315-364D-A34B-D70AE7D7768F}"/>
              </a:ext>
            </a:extLst>
          </p:cNvPr>
          <p:cNvCxnSpPr>
            <a:cxnSpLocks/>
          </p:cNvCxnSpPr>
          <p:nvPr/>
        </p:nvCxnSpPr>
        <p:spPr>
          <a:xfrm flipH="1" flipV="1">
            <a:off x="6714465" y="3618815"/>
            <a:ext cx="434" cy="72839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5" name="直线箭头连接符 24">
            <a:extLst>
              <a:ext uri="{FF2B5EF4-FFF2-40B4-BE49-F238E27FC236}">
                <a16:creationId xmlns:a16="http://schemas.microsoft.com/office/drawing/2014/main" id="{3F02D41A-EB33-0045-A646-FA28AA7BEEC8}"/>
              </a:ext>
            </a:extLst>
          </p:cNvPr>
          <p:cNvCxnSpPr>
            <a:cxnSpLocks/>
          </p:cNvCxnSpPr>
          <p:nvPr/>
        </p:nvCxnSpPr>
        <p:spPr>
          <a:xfrm flipH="1" flipV="1">
            <a:off x="6701496" y="2324840"/>
            <a:ext cx="3598" cy="38662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8" name="直线箭头连接符 27">
            <a:extLst>
              <a:ext uri="{FF2B5EF4-FFF2-40B4-BE49-F238E27FC236}">
                <a16:creationId xmlns:a16="http://schemas.microsoft.com/office/drawing/2014/main" id="{4267B4ED-6C46-A64C-A2B2-7BEAB0F497F4}"/>
              </a:ext>
            </a:extLst>
          </p:cNvPr>
          <p:cNvCxnSpPr>
            <a:cxnSpLocks/>
          </p:cNvCxnSpPr>
          <p:nvPr/>
        </p:nvCxnSpPr>
        <p:spPr>
          <a:xfrm flipV="1">
            <a:off x="11385394" y="2333036"/>
            <a:ext cx="0" cy="350739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0" name="直线连接符 29">
            <a:extLst>
              <a:ext uri="{FF2B5EF4-FFF2-40B4-BE49-F238E27FC236}">
                <a16:creationId xmlns:a16="http://schemas.microsoft.com/office/drawing/2014/main" id="{0404B6AE-5C12-5640-9739-2FE951D65A87}"/>
              </a:ext>
            </a:extLst>
          </p:cNvPr>
          <p:cNvCxnSpPr>
            <a:cxnSpLocks/>
            <a:stCxn id="4" idx="3"/>
          </p:cNvCxnSpPr>
          <p:nvPr/>
        </p:nvCxnSpPr>
        <p:spPr>
          <a:xfrm>
            <a:off x="9916732" y="5823585"/>
            <a:ext cx="1468662" cy="9909"/>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2" name="直线箭头连接符 31">
            <a:extLst>
              <a:ext uri="{FF2B5EF4-FFF2-40B4-BE49-F238E27FC236}">
                <a16:creationId xmlns:a16="http://schemas.microsoft.com/office/drawing/2014/main" id="{23634DBA-9A51-E948-B6F8-1FB29969EFA6}"/>
              </a:ext>
            </a:extLst>
          </p:cNvPr>
          <p:cNvCxnSpPr>
            <a:cxnSpLocks/>
          </p:cNvCxnSpPr>
          <p:nvPr/>
        </p:nvCxnSpPr>
        <p:spPr>
          <a:xfrm flipH="1">
            <a:off x="7678885" y="4624225"/>
            <a:ext cx="1325677"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6" name="直线连接符 35">
            <a:extLst>
              <a:ext uri="{FF2B5EF4-FFF2-40B4-BE49-F238E27FC236}">
                <a16:creationId xmlns:a16="http://schemas.microsoft.com/office/drawing/2014/main" id="{033C73F5-55E0-C645-9CB5-103C1B15710C}"/>
              </a:ext>
            </a:extLst>
          </p:cNvPr>
          <p:cNvCxnSpPr>
            <a:cxnSpLocks/>
          </p:cNvCxnSpPr>
          <p:nvPr/>
        </p:nvCxnSpPr>
        <p:spPr>
          <a:xfrm flipV="1">
            <a:off x="8995326" y="4624225"/>
            <a:ext cx="0" cy="918297"/>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1" name="矩形 40">
            <a:extLst>
              <a:ext uri="{FF2B5EF4-FFF2-40B4-BE49-F238E27FC236}">
                <a16:creationId xmlns:a16="http://schemas.microsoft.com/office/drawing/2014/main" id="{69431DEB-F07A-2C49-88CB-C880711D4CB2}"/>
              </a:ext>
            </a:extLst>
          </p:cNvPr>
          <p:cNvSpPr/>
          <p:nvPr/>
        </p:nvSpPr>
        <p:spPr>
          <a:xfrm>
            <a:off x="5824423" y="4347207"/>
            <a:ext cx="1851291" cy="56212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多元微积分</a:t>
            </a:r>
          </a:p>
        </p:txBody>
      </p:sp>
      <p:cxnSp>
        <p:nvCxnSpPr>
          <p:cNvPr id="42" name="直线箭头连接符 41">
            <a:extLst>
              <a:ext uri="{FF2B5EF4-FFF2-40B4-BE49-F238E27FC236}">
                <a16:creationId xmlns:a16="http://schemas.microsoft.com/office/drawing/2014/main" id="{E8EC3B45-E421-9644-B573-ADBFD47284C7}"/>
              </a:ext>
            </a:extLst>
          </p:cNvPr>
          <p:cNvCxnSpPr>
            <a:cxnSpLocks/>
          </p:cNvCxnSpPr>
          <p:nvPr/>
        </p:nvCxnSpPr>
        <p:spPr>
          <a:xfrm flipH="1" flipV="1">
            <a:off x="6503879" y="4909335"/>
            <a:ext cx="941" cy="63318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171F1542-4260-0B4B-94AD-5B1007F57CCD}"/>
              </a:ext>
            </a:extLst>
          </p:cNvPr>
          <p:cNvSpPr txBox="1"/>
          <p:nvPr/>
        </p:nvSpPr>
        <p:spPr>
          <a:xfrm>
            <a:off x="7909713" y="1690713"/>
            <a:ext cx="2211355" cy="744052"/>
          </a:xfrm>
          <a:prstGeom prst="rect">
            <a:avLst/>
          </a:prstGeom>
          <a:noFill/>
          <a:ln w="38100">
            <a:solidFill>
              <a:srgbClr val="C00000"/>
            </a:solidFill>
            <a:prstDash val="sysDash"/>
          </a:ln>
        </p:spPr>
        <p:txBody>
          <a:bodyPr wrap="square" rtlCol="0">
            <a:spAutoFit/>
          </a:bodyPr>
          <a:lstStyle/>
          <a:p>
            <a:endParaRPr kumimoji="1" lang="zh-CN" altLang="en-US" sz="1600" dirty="0"/>
          </a:p>
        </p:txBody>
      </p:sp>
      <p:cxnSp>
        <p:nvCxnSpPr>
          <p:cNvPr id="52" name="直线箭头连接符 51">
            <a:extLst>
              <a:ext uri="{FF2B5EF4-FFF2-40B4-BE49-F238E27FC236}">
                <a16:creationId xmlns:a16="http://schemas.microsoft.com/office/drawing/2014/main" id="{551607A0-CBCF-B540-8F5E-18FEE02CADBB}"/>
              </a:ext>
            </a:extLst>
          </p:cNvPr>
          <p:cNvCxnSpPr>
            <a:cxnSpLocks/>
          </p:cNvCxnSpPr>
          <p:nvPr/>
        </p:nvCxnSpPr>
        <p:spPr>
          <a:xfrm flipV="1">
            <a:off x="8968697" y="3672106"/>
            <a:ext cx="0" cy="424838"/>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88" name="直线连接符 87">
            <a:extLst>
              <a:ext uri="{FF2B5EF4-FFF2-40B4-BE49-F238E27FC236}">
                <a16:creationId xmlns:a16="http://schemas.microsoft.com/office/drawing/2014/main" id="{1716E4E2-A5EE-A14B-A8FA-A98BCB6CCFC3}"/>
              </a:ext>
            </a:extLst>
          </p:cNvPr>
          <p:cNvCxnSpPr>
            <a:cxnSpLocks/>
          </p:cNvCxnSpPr>
          <p:nvPr/>
        </p:nvCxnSpPr>
        <p:spPr>
          <a:xfrm>
            <a:off x="6736905" y="4077918"/>
            <a:ext cx="2245044" cy="1589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5" name="直线箭头连接符 94">
            <a:extLst>
              <a:ext uri="{FF2B5EF4-FFF2-40B4-BE49-F238E27FC236}">
                <a16:creationId xmlns:a16="http://schemas.microsoft.com/office/drawing/2014/main" id="{C289EC24-E85A-8243-AD07-C44B143B42FA}"/>
              </a:ext>
            </a:extLst>
          </p:cNvPr>
          <p:cNvCxnSpPr>
            <a:cxnSpLocks/>
          </p:cNvCxnSpPr>
          <p:nvPr/>
        </p:nvCxnSpPr>
        <p:spPr>
          <a:xfrm flipV="1">
            <a:off x="8981949" y="2314854"/>
            <a:ext cx="4184" cy="77493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97" name="直线连接符 96">
            <a:extLst>
              <a:ext uri="{FF2B5EF4-FFF2-40B4-BE49-F238E27FC236}">
                <a16:creationId xmlns:a16="http://schemas.microsoft.com/office/drawing/2014/main" id="{3CD28A79-F8C3-584B-AFB8-3CB3858388C0}"/>
              </a:ext>
            </a:extLst>
          </p:cNvPr>
          <p:cNvCxnSpPr>
            <a:cxnSpLocks/>
          </p:cNvCxnSpPr>
          <p:nvPr/>
        </p:nvCxnSpPr>
        <p:spPr>
          <a:xfrm>
            <a:off x="6746340" y="2701893"/>
            <a:ext cx="2245044" cy="1589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FA39B062-22E9-1748-A299-7497E4E4F23B}"/>
              </a:ext>
            </a:extLst>
          </p:cNvPr>
          <p:cNvSpPr txBox="1"/>
          <p:nvPr/>
        </p:nvSpPr>
        <p:spPr>
          <a:xfrm>
            <a:off x="6307674" y="658548"/>
            <a:ext cx="5614696" cy="584775"/>
          </a:xfrm>
          <a:prstGeom prst="rect">
            <a:avLst/>
          </a:prstGeom>
          <a:noFill/>
        </p:spPr>
        <p:txBody>
          <a:bodyPr wrap="square" rtlCol="0">
            <a:spAutoFit/>
          </a:bodyPr>
          <a:lstStyle/>
          <a:p>
            <a:pPr algn="l"/>
            <a:r>
              <a:rPr kumimoji="1" lang="zh-CN" altLang="en-US" sz="3200" dirty="0">
                <a:solidFill>
                  <a:srgbClr val="0000FF"/>
                </a:solidFill>
                <a:ea typeface="KaiTi" panose="02010609060101010101" pitchFamily="49" charset="-122"/>
                <a:cs typeface="Times New Roman" panose="02020603050405020304" pitchFamily="18" charset="0"/>
              </a:rPr>
              <a:t>各种思维散落在不同的课程中</a:t>
            </a:r>
          </a:p>
        </p:txBody>
      </p:sp>
      <p:graphicFrame>
        <p:nvGraphicFramePr>
          <p:cNvPr id="34" name="内容占位符 5">
            <a:extLst>
              <a:ext uri="{FF2B5EF4-FFF2-40B4-BE49-F238E27FC236}">
                <a16:creationId xmlns:a16="http://schemas.microsoft.com/office/drawing/2014/main" id="{896C7090-A572-EB44-A8AB-842EFD851F0D}"/>
              </a:ext>
            </a:extLst>
          </p:cNvPr>
          <p:cNvGraphicFramePr>
            <a:graphicFrameLocks/>
          </p:cNvGraphicFramePr>
          <p:nvPr>
            <p:extLst>
              <p:ext uri="{D42A27DB-BD31-4B8C-83A1-F6EECF244321}">
                <p14:modId xmlns:p14="http://schemas.microsoft.com/office/powerpoint/2010/main" val="689594601"/>
              </p:ext>
            </p:extLst>
          </p:nvPr>
        </p:nvGraphicFramePr>
        <p:xfrm>
          <a:off x="-234727" y="1823685"/>
          <a:ext cx="6025183" cy="41960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5" name="文本框 34">
            <a:extLst>
              <a:ext uri="{FF2B5EF4-FFF2-40B4-BE49-F238E27FC236}">
                <a16:creationId xmlns:a16="http://schemas.microsoft.com/office/drawing/2014/main" id="{CE154C28-B74E-A44F-9426-313DFEBB5B31}"/>
              </a:ext>
            </a:extLst>
          </p:cNvPr>
          <p:cNvSpPr txBox="1"/>
          <p:nvPr/>
        </p:nvSpPr>
        <p:spPr>
          <a:xfrm>
            <a:off x="-39380" y="3889491"/>
            <a:ext cx="5559299" cy="2354437"/>
          </a:xfrm>
          <a:prstGeom prst="rect">
            <a:avLst/>
          </a:prstGeom>
          <a:solidFill>
            <a:srgbClr val="FFFF00">
              <a:alpha val="32000"/>
            </a:srgbClr>
          </a:solidFill>
          <a:ln w="34925">
            <a:solidFill>
              <a:srgbClr val="C00000"/>
            </a:solidFill>
          </a:ln>
        </p:spPr>
        <p:txBody>
          <a:bodyPr wrap="square" rtlCol="0">
            <a:spAutoFit/>
          </a:bodyPr>
          <a:lstStyle/>
          <a:p>
            <a:pPr algn="l"/>
            <a:endParaRPr kumimoji="1" lang="zh-CN" altLang="en-US" sz="2400" dirty="0">
              <a:ea typeface="KaiT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260250863"/>
      </p:ext>
    </p:extLst>
  </p:cSld>
  <p:clrMapOvr>
    <a:masterClrMapping/>
  </p:clrMapOvr>
  <mc:AlternateContent xmlns:mc="http://schemas.openxmlformats.org/markup-compatibility/2006" xmlns:p14="http://schemas.microsoft.com/office/powerpoint/2010/main">
    <mc:Choice Requires="p14">
      <p:transition spd="slow" p14:dur="2000" advTm="16118"/>
    </mc:Choice>
    <mc:Fallback xmlns="">
      <p:transition spd="slow" advTm="1611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图示 12">
            <a:extLst>
              <a:ext uri="{FF2B5EF4-FFF2-40B4-BE49-F238E27FC236}">
                <a16:creationId xmlns:a16="http://schemas.microsoft.com/office/drawing/2014/main" id="{E984BBEA-7EAC-AF40-BF4B-4DB33950B295}"/>
              </a:ext>
            </a:extLst>
          </p:cNvPr>
          <p:cNvGraphicFramePr/>
          <p:nvPr>
            <p:extLst>
              <p:ext uri="{D42A27DB-BD31-4B8C-83A1-F6EECF244321}">
                <p14:modId xmlns:p14="http://schemas.microsoft.com/office/powerpoint/2010/main" val="717814448"/>
              </p:ext>
            </p:extLst>
          </p:nvPr>
        </p:nvGraphicFramePr>
        <p:xfrm>
          <a:off x="4096655" y="2164108"/>
          <a:ext cx="3213564" cy="42937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文本框 13">
            <a:extLst>
              <a:ext uri="{FF2B5EF4-FFF2-40B4-BE49-F238E27FC236}">
                <a16:creationId xmlns:a16="http://schemas.microsoft.com/office/drawing/2014/main" id="{85D3DBE7-6029-4D4D-9ABA-560F21F5FCCC}"/>
              </a:ext>
            </a:extLst>
          </p:cNvPr>
          <p:cNvSpPr txBox="1"/>
          <p:nvPr/>
        </p:nvSpPr>
        <p:spPr>
          <a:xfrm>
            <a:off x="3409828" y="6457890"/>
            <a:ext cx="895595" cy="400110"/>
          </a:xfrm>
          <a:prstGeom prst="rect">
            <a:avLst/>
          </a:prstGeom>
          <a:noFill/>
          <a:ln w="15875">
            <a:noFill/>
          </a:ln>
        </p:spPr>
        <p:txBody>
          <a:bodyPr wrap="square" rtlCol="0">
            <a:spAutoFit/>
          </a:bodyPr>
          <a:lstStyle/>
          <a:p>
            <a:r>
              <a:rPr kumimoji="1" lang="zh-CN" altLang="en-US" sz="2000" b="1" dirty="0">
                <a:latin typeface="Times New Roman" panose="02020603050405020304" pitchFamily="18" charset="0"/>
                <a:ea typeface="KaiTi" panose="02010609060101010101" pitchFamily="49" charset="-122"/>
                <a:cs typeface="Times New Roman" panose="02020603050405020304" pitchFamily="18" charset="0"/>
              </a:rPr>
              <a:t>应用</a:t>
            </a:r>
          </a:p>
        </p:txBody>
      </p:sp>
      <p:sp>
        <p:nvSpPr>
          <p:cNvPr id="15" name="文本框 14">
            <a:extLst>
              <a:ext uri="{FF2B5EF4-FFF2-40B4-BE49-F238E27FC236}">
                <a16:creationId xmlns:a16="http://schemas.microsoft.com/office/drawing/2014/main" id="{2C6AE4D8-A2A8-FB4E-B992-4BC8CFFA9677}"/>
              </a:ext>
            </a:extLst>
          </p:cNvPr>
          <p:cNvSpPr txBox="1"/>
          <p:nvPr/>
        </p:nvSpPr>
        <p:spPr>
          <a:xfrm>
            <a:off x="3401158" y="1833087"/>
            <a:ext cx="785711" cy="400110"/>
          </a:xfrm>
          <a:prstGeom prst="rect">
            <a:avLst/>
          </a:prstGeom>
          <a:noFill/>
        </p:spPr>
        <p:txBody>
          <a:bodyPr wrap="square" rtlCol="0">
            <a:spAutoFit/>
          </a:bodyPr>
          <a:lstStyle/>
          <a:p>
            <a:r>
              <a:rPr kumimoji="1" lang="zh-CN" altLang="en-US" sz="2000" b="1" dirty="0">
                <a:latin typeface="Times New Roman" panose="02020603050405020304" pitchFamily="18" charset="0"/>
                <a:ea typeface="KaiTi" panose="02010609060101010101" pitchFamily="49" charset="-122"/>
                <a:cs typeface="Times New Roman" panose="02020603050405020304" pitchFamily="18" charset="0"/>
              </a:rPr>
              <a:t>理论</a:t>
            </a:r>
          </a:p>
        </p:txBody>
      </p:sp>
      <p:cxnSp>
        <p:nvCxnSpPr>
          <p:cNvPr id="16" name="直线箭头连接符 15">
            <a:extLst>
              <a:ext uri="{FF2B5EF4-FFF2-40B4-BE49-F238E27FC236}">
                <a16:creationId xmlns:a16="http://schemas.microsoft.com/office/drawing/2014/main" id="{3F708418-F186-B145-AB66-BC1ACCDECCAA}"/>
              </a:ext>
            </a:extLst>
          </p:cNvPr>
          <p:cNvCxnSpPr>
            <a:cxnSpLocks/>
          </p:cNvCxnSpPr>
          <p:nvPr/>
        </p:nvCxnSpPr>
        <p:spPr>
          <a:xfrm>
            <a:off x="3731944" y="3985211"/>
            <a:ext cx="0" cy="240359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53C509BB-352E-8E45-8B6E-BD29195D6BF5}"/>
              </a:ext>
            </a:extLst>
          </p:cNvPr>
          <p:cNvSpPr txBox="1"/>
          <p:nvPr/>
        </p:nvSpPr>
        <p:spPr>
          <a:xfrm>
            <a:off x="3511048" y="405702"/>
            <a:ext cx="2725295" cy="400110"/>
          </a:xfrm>
          <a:prstGeom prst="rect">
            <a:avLst/>
          </a:prstGeom>
          <a:noFill/>
          <a:ln w="19050">
            <a:noFill/>
          </a:ln>
        </p:spPr>
        <p:txBody>
          <a:bodyPr wrap="square" rtlCol="0">
            <a:spAutoFit/>
          </a:bodyPr>
          <a:lstStyle/>
          <a:p>
            <a:r>
              <a:rPr kumimoji="1" lang="zh-CN" altLang="en-US" sz="2000" b="1" dirty="0">
                <a:latin typeface="Times New Roman" panose="02020603050405020304" pitchFamily="18" charset="0"/>
                <a:ea typeface="KaiTi" panose="02010609060101010101" pitchFamily="49" charset="-122"/>
                <a:cs typeface="Times New Roman" panose="02020603050405020304" pitchFamily="18" charset="0"/>
              </a:rPr>
              <a:t>动机：实际问题</a:t>
            </a:r>
          </a:p>
        </p:txBody>
      </p:sp>
      <p:cxnSp>
        <p:nvCxnSpPr>
          <p:cNvPr id="18" name="直线箭头连接符 17">
            <a:extLst>
              <a:ext uri="{FF2B5EF4-FFF2-40B4-BE49-F238E27FC236}">
                <a16:creationId xmlns:a16="http://schemas.microsoft.com/office/drawing/2014/main" id="{F3DD366A-5F49-B141-B4C0-8457E50B91E5}"/>
              </a:ext>
            </a:extLst>
          </p:cNvPr>
          <p:cNvCxnSpPr>
            <a:cxnSpLocks/>
          </p:cNvCxnSpPr>
          <p:nvPr/>
        </p:nvCxnSpPr>
        <p:spPr>
          <a:xfrm>
            <a:off x="3743716" y="817267"/>
            <a:ext cx="0" cy="1015821"/>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9" name="曲线连接符 18">
            <a:extLst>
              <a:ext uri="{FF2B5EF4-FFF2-40B4-BE49-F238E27FC236}">
                <a16:creationId xmlns:a16="http://schemas.microsoft.com/office/drawing/2014/main" id="{C5416961-8680-6742-968C-7F4B40213139}"/>
              </a:ext>
            </a:extLst>
          </p:cNvPr>
          <p:cNvCxnSpPr>
            <a:cxnSpLocks/>
          </p:cNvCxnSpPr>
          <p:nvPr/>
        </p:nvCxnSpPr>
        <p:spPr>
          <a:xfrm rot="5400000" flipH="1" flipV="1">
            <a:off x="2647515" y="626229"/>
            <a:ext cx="738911" cy="785715"/>
          </a:xfrm>
          <a:prstGeom prst="curvedConnector2">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FDD813C2-789F-0847-AB7C-CB4765DF0449}"/>
              </a:ext>
            </a:extLst>
          </p:cNvPr>
          <p:cNvSpPr txBox="1"/>
          <p:nvPr/>
        </p:nvSpPr>
        <p:spPr>
          <a:xfrm>
            <a:off x="2183349" y="1513943"/>
            <a:ext cx="1085850" cy="400110"/>
          </a:xfrm>
          <a:prstGeom prst="rect">
            <a:avLst/>
          </a:prstGeom>
          <a:solidFill>
            <a:schemeClr val="accent6"/>
          </a:solidFill>
          <a:ln w="22225">
            <a:noFill/>
          </a:ln>
        </p:spPr>
        <p:txBody>
          <a:bodyPr wrap="square" rtlCol="0">
            <a:spAutoFit/>
          </a:bodyPr>
          <a:lstStyle/>
          <a:p>
            <a:r>
              <a:rPr kumimoji="1" lang="zh-CN" altLang="en-US" sz="2000" b="1"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知来龙</a:t>
            </a:r>
          </a:p>
        </p:txBody>
      </p:sp>
      <p:sp>
        <p:nvSpPr>
          <p:cNvPr id="21" name="文本框 20">
            <a:extLst>
              <a:ext uri="{FF2B5EF4-FFF2-40B4-BE49-F238E27FC236}">
                <a16:creationId xmlns:a16="http://schemas.microsoft.com/office/drawing/2014/main" id="{BDF9670C-2B6C-5D4C-A8A3-91114C48D30F}"/>
              </a:ext>
            </a:extLst>
          </p:cNvPr>
          <p:cNvSpPr txBox="1"/>
          <p:nvPr/>
        </p:nvSpPr>
        <p:spPr>
          <a:xfrm>
            <a:off x="2183349" y="2164107"/>
            <a:ext cx="1085850" cy="400110"/>
          </a:xfrm>
          <a:prstGeom prst="rect">
            <a:avLst/>
          </a:prstGeom>
          <a:solidFill>
            <a:schemeClr val="accent5"/>
          </a:solidFill>
          <a:ln w="15875">
            <a:solidFill>
              <a:schemeClr val="accent1"/>
            </a:solidFill>
          </a:ln>
        </p:spPr>
        <p:txBody>
          <a:bodyPr wrap="square" rtlCol="0">
            <a:spAutoFit/>
          </a:bodyPr>
          <a:lstStyle/>
          <a:p>
            <a:r>
              <a:rPr kumimoji="1" lang="zh-CN" altLang="en-US" sz="2000" b="1"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探去脉</a:t>
            </a:r>
          </a:p>
        </p:txBody>
      </p:sp>
      <p:cxnSp>
        <p:nvCxnSpPr>
          <p:cNvPr id="22" name="曲线连接符 21">
            <a:extLst>
              <a:ext uri="{FF2B5EF4-FFF2-40B4-BE49-F238E27FC236}">
                <a16:creationId xmlns:a16="http://schemas.microsoft.com/office/drawing/2014/main" id="{678E0007-CB88-6E42-9DA8-DEB2F1D86D51}"/>
              </a:ext>
            </a:extLst>
          </p:cNvPr>
          <p:cNvCxnSpPr>
            <a:cxnSpLocks/>
          </p:cNvCxnSpPr>
          <p:nvPr/>
        </p:nvCxnSpPr>
        <p:spPr>
          <a:xfrm rot="16200000" flipH="1">
            <a:off x="969340" y="4157037"/>
            <a:ext cx="4055414" cy="808222"/>
          </a:xfrm>
          <a:prstGeom prst="curvedConnector2">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3">
            <a:extLst>
              <a:ext uri="{FF2B5EF4-FFF2-40B4-BE49-F238E27FC236}">
                <a16:creationId xmlns:a16="http://schemas.microsoft.com/office/drawing/2014/main" id="{C87356D9-15C1-9B4C-AEE4-729311721792}"/>
              </a:ext>
            </a:extLst>
          </p:cNvPr>
          <p:cNvSpPr txBox="1">
            <a:spLocks noChangeArrowheads="1"/>
          </p:cNvSpPr>
          <p:nvPr/>
        </p:nvSpPr>
        <p:spPr>
          <a:xfrm>
            <a:off x="3862864" y="916666"/>
            <a:ext cx="2728846" cy="10819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2000" b="1" dirty="0">
                <a:solidFill>
                  <a:srgbClr val="C00000"/>
                </a:solidFill>
              </a:rPr>
              <a:t>简化</a:t>
            </a:r>
            <a:endParaRPr lang="en-US" altLang="zh-CN" sz="2000" b="1" dirty="0">
              <a:solidFill>
                <a:srgbClr val="C00000"/>
              </a:solidFill>
            </a:endParaRPr>
          </a:p>
          <a:p>
            <a:pPr marL="0" indent="0">
              <a:buFont typeface="Arial" panose="020B0604020202020204" pitchFamily="34" charset="0"/>
              <a:buNone/>
            </a:pPr>
            <a:r>
              <a:rPr lang="zh-CN" altLang="en-US" sz="2000" b="1" dirty="0">
                <a:solidFill>
                  <a:srgbClr val="C00000"/>
                </a:solidFill>
              </a:rPr>
              <a:t>建模</a:t>
            </a:r>
            <a:endParaRPr lang="en-US" altLang="zh-CN" sz="2000" b="1" dirty="0">
              <a:solidFill>
                <a:srgbClr val="C00000"/>
              </a:solidFill>
            </a:endParaRPr>
          </a:p>
        </p:txBody>
      </p:sp>
      <p:sp>
        <p:nvSpPr>
          <p:cNvPr id="28" name="文本框 27">
            <a:extLst>
              <a:ext uri="{FF2B5EF4-FFF2-40B4-BE49-F238E27FC236}">
                <a16:creationId xmlns:a16="http://schemas.microsoft.com/office/drawing/2014/main" id="{E3514205-B1E3-664D-9A56-8E1D99F06731}"/>
              </a:ext>
            </a:extLst>
          </p:cNvPr>
          <p:cNvSpPr txBox="1"/>
          <p:nvPr/>
        </p:nvSpPr>
        <p:spPr>
          <a:xfrm>
            <a:off x="3427257" y="3574583"/>
            <a:ext cx="785711" cy="400110"/>
          </a:xfrm>
          <a:prstGeom prst="rect">
            <a:avLst/>
          </a:prstGeom>
          <a:noFill/>
        </p:spPr>
        <p:txBody>
          <a:bodyPr wrap="square" rtlCol="0">
            <a:spAutoFit/>
          </a:bodyPr>
          <a:lstStyle/>
          <a:p>
            <a:r>
              <a:rPr kumimoji="1" lang="zh-CN" altLang="en-US" sz="2000" b="1" dirty="0">
                <a:latin typeface="Times New Roman" panose="02020603050405020304" pitchFamily="18" charset="0"/>
                <a:ea typeface="KaiTi" panose="02010609060101010101" pitchFamily="49" charset="-122"/>
                <a:cs typeface="Times New Roman" panose="02020603050405020304" pitchFamily="18" charset="0"/>
              </a:rPr>
              <a:t>方法</a:t>
            </a:r>
          </a:p>
        </p:txBody>
      </p:sp>
      <p:sp>
        <p:nvSpPr>
          <p:cNvPr id="30" name="左弧形箭头 29">
            <a:extLst>
              <a:ext uri="{FF2B5EF4-FFF2-40B4-BE49-F238E27FC236}">
                <a16:creationId xmlns:a16="http://schemas.microsoft.com/office/drawing/2014/main" id="{CFF5AD2E-B1A5-F74A-AEAA-C16DD032C71B}"/>
              </a:ext>
            </a:extLst>
          </p:cNvPr>
          <p:cNvSpPr/>
          <p:nvPr/>
        </p:nvSpPr>
        <p:spPr>
          <a:xfrm rot="10800000">
            <a:off x="1122623" y="88015"/>
            <a:ext cx="1886453" cy="6697750"/>
          </a:xfrm>
          <a:prstGeom prst="curvedLeftArrow">
            <a:avLst>
              <a:gd name="adj1" fmla="val 11452"/>
              <a:gd name="adj2" fmla="val 50000"/>
              <a:gd name="adj3" fmla="val 2187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7" name="标题 3">
            <a:extLst>
              <a:ext uri="{FF2B5EF4-FFF2-40B4-BE49-F238E27FC236}">
                <a16:creationId xmlns:a16="http://schemas.microsoft.com/office/drawing/2014/main" id="{680525D3-E9DB-8B43-9A7F-3CBE11EEE299}"/>
              </a:ext>
            </a:extLst>
          </p:cNvPr>
          <p:cNvSpPr txBox="1">
            <a:spLocks/>
          </p:cNvSpPr>
          <p:nvPr/>
        </p:nvSpPr>
        <p:spPr>
          <a:xfrm>
            <a:off x="25899" y="1713998"/>
            <a:ext cx="802454" cy="4178674"/>
          </a:xfrm>
          <a:prstGeom prst="rect">
            <a:avLst/>
          </a:prstGeom>
          <a:solidFill>
            <a:srgbClr val="0432FF">
              <a:alpha val="50000"/>
            </a:srgbClr>
          </a:solidFill>
          <a:ln>
            <a:solidFill>
              <a:schemeClr val="accent1"/>
            </a:solidFill>
          </a:ln>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0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1pPr>
          </a:lstStyle>
          <a:p>
            <a:r>
              <a:rPr lang="zh-CN" altLang="en-US" dirty="0"/>
              <a:t>数学从理论到实用</a:t>
            </a:r>
          </a:p>
        </p:txBody>
      </p:sp>
      <p:sp>
        <p:nvSpPr>
          <p:cNvPr id="23" name="Rectangle 3">
            <a:extLst>
              <a:ext uri="{FF2B5EF4-FFF2-40B4-BE49-F238E27FC236}">
                <a16:creationId xmlns:a16="http://schemas.microsoft.com/office/drawing/2014/main" id="{485D897B-2BCA-A440-99CC-BEBBDE7FA36B}"/>
              </a:ext>
            </a:extLst>
          </p:cNvPr>
          <p:cNvSpPr txBox="1">
            <a:spLocks noChangeArrowheads="1"/>
          </p:cNvSpPr>
          <p:nvPr/>
        </p:nvSpPr>
        <p:spPr>
          <a:xfrm>
            <a:off x="3269199" y="1757876"/>
            <a:ext cx="3635313" cy="1851251"/>
          </a:xfrm>
          <a:prstGeom prst="rect">
            <a:avLst/>
          </a:prstGeom>
          <a:solidFill>
            <a:schemeClr val="accent5">
              <a:alpha val="32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endParaRPr kumimoji="1" lang="en-US" altLang="zh-CN" sz="2000" dirty="0"/>
          </a:p>
        </p:txBody>
      </p:sp>
      <p:cxnSp>
        <p:nvCxnSpPr>
          <p:cNvPr id="31" name="直线箭头连接符 30">
            <a:extLst>
              <a:ext uri="{FF2B5EF4-FFF2-40B4-BE49-F238E27FC236}">
                <a16:creationId xmlns:a16="http://schemas.microsoft.com/office/drawing/2014/main" id="{EB575EE6-E074-2848-8C4E-C6A0BA474BF1}"/>
              </a:ext>
            </a:extLst>
          </p:cNvPr>
          <p:cNvCxnSpPr>
            <a:cxnSpLocks/>
          </p:cNvCxnSpPr>
          <p:nvPr/>
        </p:nvCxnSpPr>
        <p:spPr>
          <a:xfrm>
            <a:off x="3776713" y="2177743"/>
            <a:ext cx="0" cy="137593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0303E886-53D1-3E47-9A1F-F4775F6314C3}"/>
                  </a:ext>
                </a:extLst>
              </p:cNvPr>
              <p:cNvSpPr txBox="1"/>
              <p:nvPr/>
            </p:nvSpPr>
            <p:spPr>
              <a:xfrm>
                <a:off x="2695184" y="631046"/>
                <a:ext cx="530594" cy="677108"/>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en-US" altLang="zh-CN" sz="440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kumimoji="1" lang="zh-CN" altLang="en-US" sz="4400" dirty="0">
                  <a:solidFill>
                    <a:srgbClr val="FF0000"/>
                  </a:solidFill>
                  <a:ea typeface="KaiTi" panose="02010609060101010101" pitchFamily="49" charset="-122"/>
                  <a:cs typeface="Times New Roman" panose="02020603050405020304" pitchFamily="18" charset="0"/>
                </a:endParaRPr>
              </a:p>
            </p:txBody>
          </p:sp>
        </mc:Choice>
        <mc:Fallback xmlns="">
          <p:sp>
            <p:nvSpPr>
              <p:cNvPr id="33" name="文本框 32">
                <a:extLst>
                  <a:ext uri="{FF2B5EF4-FFF2-40B4-BE49-F238E27FC236}">
                    <a16:creationId xmlns:a16="http://schemas.microsoft.com/office/drawing/2014/main" id="{0303E886-53D1-3E47-9A1F-F4775F6314C3}"/>
                  </a:ext>
                </a:extLst>
              </p:cNvPr>
              <p:cNvSpPr txBox="1">
                <a:spLocks noRot="1" noChangeAspect="1" noMove="1" noResize="1" noEditPoints="1" noAdjustHandles="1" noChangeArrowheads="1" noChangeShapeType="1" noTextEdit="1"/>
              </p:cNvSpPr>
              <p:nvPr/>
            </p:nvSpPr>
            <p:spPr>
              <a:xfrm>
                <a:off x="2695184" y="631046"/>
                <a:ext cx="530594" cy="677108"/>
              </a:xfrm>
              <a:prstGeom prst="rect">
                <a:avLst/>
              </a:prstGeom>
              <a:blipFill>
                <a:blip r:embed="rId8"/>
                <a:stretch>
                  <a:fillRect l="-19048" r="-190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111798E5-D108-0E4E-9A2C-E5DCE73AC5C0}"/>
                  </a:ext>
                </a:extLst>
              </p:cNvPr>
              <p:cNvSpPr txBox="1"/>
              <p:nvPr/>
            </p:nvSpPr>
            <p:spPr>
              <a:xfrm>
                <a:off x="2425032" y="3505420"/>
                <a:ext cx="530594" cy="677108"/>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en-US" altLang="zh-CN" sz="440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kumimoji="1" lang="zh-CN" altLang="en-US" sz="4400" dirty="0">
                  <a:solidFill>
                    <a:srgbClr val="FF0000"/>
                  </a:solidFill>
                  <a:ea typeface="KaiTi" panose="02010609060101010101" pitchFamily="49" charset="-122"/>
                  <a:cs typeface="Times New Roman" panose="02020603050405020304" pitchFamily="18" charset="0"/>
                </a:endParaRPr>
              </a:p>
            </p:txBody>
          </p:sp>
        </mc:Choice>
        <mc:Fallback xmlns="">
          <p:sp>
            <p:nvSpPr>
              <p:cNvPr id="34" name="文本框 33">
                <a:extLst>
                  <a:ext uri="{FF2B5EF4-FFF2-40B4-BE49-F238E27FC236}">
                    <a16:creationId xmlns:a16="http://schemas.microsoft.com/office/drawing/2014/main" id="{111798E5-D108-0E4E-9A2C-E5DCE73AC5C0}"/>
                  </a:ext>
                </a:extLst>
              </p:cNvPr>
              <p:cNvSpPr txBox="1">
                <a:spLocks noRot="1" noChangeAspect="1" noMove="1" noResize="1" noEditPoints="1" noAdjustHandles="1" noChangeArrowheads="1" noChangeShapeType="1" noTextEdit="1"/>
              </p:cNvSpPr>
              <p:nvPr/>
            </p:nvSpPr>
            <p:spPr>
              <a:xfrm>
                <a:off x="2425032" y="3505420"/>
                <a:ext cx="530594" cy="677108"/>
              </a:xfrm>
              <a:prstGeom prst="rect">
                <a:avLst/>
              </a:prstGeom>
              <a:blipFill>
                <a:blip r:embed="rId9"/>
                <a:stretch>
                  <a:fillRect l="-19048" r="-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61412210-76EB-184C-B0EF-0669C7F7170F}"/>
                  </a:ext>
                </a:extLst>
              </p:cNvPr>
              <p:cNvSpPr txBox="1"/>
              <p:nvPr/>
            </p:nvSpPr>
            <p:spPr>
              <a:xfrm>
                <a:off x="3523489" y="4454444"/>
                <a:ext cx="530594" cy="677108"/>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en-US" altLang="zh-CN" sz="440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kumimoji="1" lang="zh-CN" altLang="en-US" sz="4400" dirty="0">
                  <a:solidFill>
                    <a:srgbClr val="FF0000"/>
                  </a:solidFill>
                  <a:ea typeface="KaiTi" panose="02010609060101010101" pitchFamily="49" charset="-122"/>
                  <a:cs typeface="Times New Roman" panose="02020603050405020304" pitchFamily="18" charset="0"/>
                </a:endParaRPr>
              </a:p>
            </p:txBody>
          </p:sp>
        </mc:Choice>
        <mc:Fallback xmlns="">
          <p:sp>
            <p:nvSpPr>
              <p:cNvPr id="35" name="文本框 34">
                <a:extLst>
                  <a:ext uri="{FF2B5EF4-FFF2-40B4-BE49-F238E27FC236}">
                    <a16:creationId xmlns:a16="http://schemas.microsoft.com/office/drawing/2014/main" id="{61412210-76EB-184C-B0EF-0669C7F7170F}"/>
                  </a:ext>
                </a:extLst>
              </p:cNvPr>
              <p:cNvSpPr txBox="1">
                <a:spLocks noRot="1" noChangeAspect="1" noMove="1" noResize="1" noEditPoints="1" noAdjustHandles="1" noChangeArrowheads="1" noChangeShapeType="1" noTextEdit="1"/>
              </p:cNvSpPr>
              <p:nvPr/>
            </p:nvSpPr>
            <p:spPr>
              <a:xfrm>
                <a:off x="3523489" y="4454444"/>
                <a:ext cx="530594" cy="677108"/>
              </a:xfrm>
              <a:prstGeom prst="rect">
                <a:avLst/>
              </a:prstGeom>
              <a:blipFill>
                <a:blip r:embed="rId10"/>
                <a:stretch>
                  <a:fillRect l="-16279" r="-162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095C303D-D4FC-6E46-A3ED-2391E0A6B81A}"/>
                  </a:ext>
                </a:extLst>
              </p:cNvPr>
              <p:cNvSpPr txBox="1"/>
              <p:nvPr/>
            </p:nvSpPr>
            <p:spPr>
              <a:xfrm>
                <a:off x="3523489" y="821963"/>
                <a:ext cx="530594" cy="677108"/>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en-US" altLang="zh-CN" sz="440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kumimoji="1" lang="zh-CN" altLang="en-US" sz="4400" dirty="0">
                  <a:solidFill>
                    <a:srgbClr val="FF0000"/>
                  </a:solidFill>
                  <a:ea typeface="KaiTi" panose="02010609060101010101" pitchFamily="49" charset="-122"/>
                  <a:cs typeface="Times New Roman" panose="02020603050405020304" pitchFamily="18" charset="0"/>
                </a:endParaRPr>
              </a:p>
            </p:txBody>
          </p:sp>
        </mc:Choice>
        <mc:Fallback xmlns="">
          <p:sp>
            <p:nvSpPr>
              <p:cNvPr id="36" name="文本框 35">
                <a:extLst>
                  <a:ext uri="{FF2B5EF4-FFF2-40B4-BE49-F238E27FC236}">
                    <a16:creationId xmlns:a16="http://schemas.microsoft.com/office/drawing/2014/main" id="{095C303D-D4FC-6E46-A3ED-2391E0A6B81A}"/>
                  </a:ext>
                </a:extLst>
              </p:cNvPr>
              <p:cNvSpPr txBox="1">
                <a:spLocks noRot="1" noChangeAspect="1" noMove="1" noResize="1" noEditPoints="1" noAdjustHandles="1" noChangeArrowheads="1" noChangeShapeType="1" noTextEdit="1"/>
              </p:cNvSpPr>
              <p:nvPr/>
            </p:nvSpPr>
            <p:spPr>
              <a:xfrm>
                <a:off x="3523489" y="821963"/>
                <a:ext cx="530594" cy="677108"/>
              </a:xfrm>
              <a:prstGeom prst="rect">
                <a:avLst/>
              </a:prstGeom>
              <a:blipFill>
                <a:blip r:embed="rId10"/>
                <a:stretch>
                  <a:fillRect l="-16279" r="-16279"/>
                </a:stretch>
              </a:blipFill>
            </p:spPr>
            <p:txBody>
              <a:bodyPr/>
              <a:lstStyle/>
              <a:p>
                <a:r>
                  <a:rPr lang="zh-CN" altLang="en-US">
                    <a:noFill/>
                  </a:rPr>
                  <a:t> </a:t>
                </a:r>
              </a:p>
            </p:txBody>
          </p:sp>
        </mc:Fallback>
      </mc:AlternateContent>
      <p:sp>
        <p:nvSpPr>
          <p:cNvPr id="37" name="Rectangle 3">
            <a:extLst>
              <a:ext uri="{FF2B5EF4-FFF2-40B4-BE49-F238E27FC236}">
                <a16:creationId xmlns:a16="http://schemas.microsoft.com/office/drawing/2014/main" id="{C9847ABD-1F34-A247-9F08-ED48C7217CB6}"/>
              </a:ext>
            </a:extLst>
          </p:cNvPr>
          <p:cNvSpPr txBox="1">
            <a:spLocks noChangeArrowheads="1"/>
          </p:cNvSpPr>
          <p:nvPr/>
        </p:nvSpPr>
        <p:spPr>
          <a:xfrm>
            <a:off x="7704323" y="3657761"/>
            <a:ext cx="4384952" cy="180677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zh-CN" altLang="en-US" sz="2400" b="1" dirty="0">
                <a:solidFill>
                  <a:srgbClr val="FF0000"/>
                </a:solidFill>
              </a:rPr>
              <a:t>困境</a:t>
            </a:r>
            <a:r>
              <a:rPr lang="en-US" altLang="zh-CN" sz="2400" b="1" dirty="0">
                <a:solidFill>
                  <a:srgbClr val="FF0000"/>
                </a:solidFill>
              </a:rPr>
              <a:t>2</a:t>
            </a:r>
            <a:r>
              <a:rPr lang="zh-CN" altLang="en-US" sz="2400" b="1" dirty="0">
                <a:solidFill>
                  <a:srgbClr val="FF0000"/>
                </a:solidFill>
              </a:rPr>
              <a:t>：</a:t>
            </a:r>
            <a:endParaRPr lang="en-US" altLang="zh-CN" sz="2400" b="1" dirty="0">
              <a:solidFill>
                <a:srgbClr val="FF0000"/>
              </a:solidFill>
            </a:endParaRPr>
          </a:p>
          <a:p>
            <a:pPr marL="0" indent="0">
              <a:lnSpc>
                <a:spcPct val="100000"/>
              </a:lnSpc>
              <a:buFont typeface="Arial" panose="020B0604020202020204" pitchFamily="34" charset="0"/>
              <a:buNone/>
            </a:pPr>
            <a:r>
              <a:rPr lang="zh-CN" altLang="en-US" sz="2400" dirty="0"/>
              <a:t>不会处理复杂情形</a:t>
            </a:r>
            <a:endParaRPr lang="en-US" altLang="zh-CN" sz="2400" dirty="0"/>
          </a:p>
          <a:p>
            <a:pPr marL="0" indent="0">
              <a:lnSpc>
                <a:spcPct val="100000"/>
              </a:lnSpc>
              <a:buFont typeface="Arial" panose="020B0604020202020204" pitchFamily="34" charset="0"/>
              <a:buNone/>
            </a:pPr>
            <a:r>
              <a:rPr lang="zh-CN" altLang="en-US" sz="2400" dirty="0"/>
              <a:t>不懂底层逻辑</a:t>
            </a:r>
            <a:endParaRPr lang="en-US" altLang="zh-CN" sz="2400" dirty="0"/>
          </a:p>
          <a:p>
            <a:pPr marL="0" indent="0">
              <a:lnSpc>
                <a:spcPct val="100000"/>
              </a:lnSpc>
              <a:buFont typeface="Arial" panose="020B0604020202020204" pitchFamily="34" charset="0"/>
              <a:buNone/>
            </a:pPr>
            <a:r>
              <a:rPr lang="zh-CN" altLang="en-US" sz="2400" dirty="0"/>
              <a:t>简单应用</a:t>
            </a:r>
            <a:r>
              <a:rPr lang="en-US" altLang="zh-CN" sz="2400" dirty="0"/>
              <a:t>/</a:t>
            </a:r>
            <a:r>
              <a:rPr lang="zh-CN" altLang="en-US" sz="2400" dirty="0"/>
              <a:t>“模型调参”</a:t>
            </a:r>
            <a:endParaRPr lang="en-US" altLang="zh-CN" sz="2400" dirty="0"/>
          </a:p>
        </p:txBody>
      </p:sp>
      <p:sp>
        <p:nvSpPr>
          <p:cNvPr id="39" name="Rectangle 3">
            <a:extLst>
              <a:ext uri="{FF2B5EF4-FFF2-40B4-BE49-F238E27FC236}">
                <a16:creationId xmlns:a16="http://schemas.microsoft.com/office/drawing/2014/main" id="{06B85704-8BB4-C844-821C-127DA3C45F75}"/>
              </a:ext>
            </a:extLst>
          </p:cNvPr>
          <p:cNvSpPr txBox="1">
            <a:spLocks noChangeArrowheads="1"/>
          </p:cNvSpPr>
          <p:nvPr/>
        </p:nvSpPr>
        <p:spPr>
          <a:xfrm>
            <a:off x="7685795" y="554244"/>
            <a:ext cx="4384952" cy="180677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zh-CN" altLang="en-US" sz="2400" b="1" dirty="0">
                <a:solidFill>
                  <a:srgbClr val="FF0000"/>
                </a:solidFill>
              </a:rPr>
              <a:t>困境</a:t>
            </a:r>
            <a:r>
              <a:rPr lang="en-US" altLang="zh-CN" sz="2400" b="1" dirty="0">
                <a:solidFill>
                  <a:srgbClr val="FF0000"/>
                </a:solidFill>
              </a:rPr>
              <a:t>1</a:t>
            </a:r>
            <a:r>
              <a:rPr lang="zh-CN" altLang="en-US" sz="2400" b="1" dirty="0">
                <a:solidFill>
                  <a:srgbClr val="FF0000"/>
                </a:solidFill>
              </a:rPr>
              <a:t>：</a:t>
            </a:r>
            <a:endParaRPr lang="en-US" altLang="zh-CN" sz="2400" b="1" dirty="0"/>
          </a:p>
          <a:p>
            <a:pPr marL="0" indent="0">
              <a:lnSpc>
                <a:spcPct val="100000"/>
              </a:lnSpc>
              <a:buFont typeface="Arial" panose="020B0604020202020204" pitchFamily="34" charset="0"/>
              <a:buNone/>
            </a:pPr>
            <a:r>
              <a:rPr lang="zh-CN" altLang="en-US" sz="2400" dirty="0"/>
              <a:t>只知其然，</a:t>
            </a:r>
            <a:endParaRPr lang="en-US" altLang="zh-CN" sz="2400" dirty="0"/>
          </a:p>
          <a:p>
            <a:pPr marL="0" indent="0">
              <a:lnSpc>
                <a:spcPct val="100000"/>
              </a:lnSpc>
              <a:buFont typeface="Arial" panose="020B0604020202020204" pitchFamily="34" charset="0"/>
              <a:buNone/>
            </a:pPr>
            <a:r>
              <a:rPr lang="zh-CN" altLang="en-US" sz="2400" dirty="0"/>
              <a:t>不知其所以然</a:t>
            </a:r>
            <a:endParaRPr lang="en-US" altLang="zh-CN" sz="2400" dirty="0"/>
          </a:p>
        </p:txBody>
      </p:sp>
    </p:spTree>
    <p:extLst>
      <p:ext uri="{BB962C8B-B14F-4D97-AF65-F5344CB8AC3E}">
        <p14:creationId xmlns:p14="http://schemas.microsoft.com/office/powerpoint/2010/main" val="1595351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grpId="1" nodeType="with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1" nodeType="clickEffect">
                                  <p:stCondLst>
                                    <p:cond delay="0"/>
                                  </p:stCondLst>
                                  <p:childTnLst>
                                    <p:set>
                                      <p:cBhvr>
                                        <p:cTn id="74" dur="1" fill="hold">
                                          <p:stCondLst>
                                            <p:cond delay="0"/>
                                          </p:stCondLst>
                                        </p:cTn>
                                        <p:tgtEl>
                                          <p:spTgt spid="3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1" nodeType="clickEffect">
                                  <p:stCondLst>
                                    <p:cond delay="0"/>
                                  </p:stCondLst>
                                  <p:childTnLst>
                                    <p:set>
                                      <p:cBhvr>
                                        <p:cTn id="8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3" grpId="0">
        <p:bldAsOne/>
      </p:bldGraphic>
      <p:bldP spid="14" grpId="0"/>
      <p:bldP spid="17" grpId="0"/>
      <p:bldP spid="20" grpId="0" animBg="1"/>
      <p:bldP spid="21" grpId="0" animBg="1"/>
      <p:bldP spid="24" grpId="0" uiExpand="1" build="p"/>
      <p:bldP spid="30" grpId="0" animBg="1"/>
      <p:bldP spid="23" grpId="0" animBg="1"/>
      <p:bldP spid="33" grpId="0"/>
      <p:bldP spid="34" grpId="0"/>
      <p:bldP spid="35" grpId="0"/>
      <p:bldP spid="35" grpId="1"/>
      <p:bldP spid="36" grpId="0"/>
      <p:bldP spid="37" grpId="0"/>
      <p:bldP spid="37" grpId="1"/>
      <p:bldP spid="39" grpId="0"/>
      <p:bldP spid="39"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AE3F04-4C34-6A47-918A-142B1415520C}"/>
              </a:ext>
            </a:extLst>
          </p:cNvPr>
          <p:cNvSpPr>
            <a:spLocks noGrp="1"/>
          </p:cNvSpPr>
          <p:nvPr>
            <p:ph type="title"/>
          </p:nvPr>
        </p:nvSpPr>
        <p:spPr>
          <a:xfrm flipH="1">
            <a:off x="946081" y="695723"/>
            <a:ext cx="846937" cy="5154122"/>
          </a:xfrm>
        </p:spPr>
        <p:txBody>
          <a:bodyPr>
            <a:normAutofit/>
          </a:bodyPr>
          <a:lstStyle/>
          <a:p>
            <a:r>
              <a:rPr kumimoji="1" lang="zh-CN" altLang="en-US" dirty="0">
                <a:solidFill>
                  <a:srgbClr val="FF0000"/>
                </a:solidFill>
              </a:rPr>
              <a:t>人工智能的数学思维</a:t>
            </a:r>
          </a:p>
        </p:txBody>
      </p:sp>
      <p:sp>
        <p:nvSpPr>
          <p:cNvPr id="14" name="文本框 13">
            <a:extLst>
              <a:ext uri="{FF2B5EF4-FFF2-40B4-BE49-F238E27FC236}">
                <a16:creationId xmlns:a16="http://schemas.microsoft.com/office/drawing/2014/main" id="{7E65159A-8894-594E-8CE5-BF160AAB3F43}"/>
              </a:ext>
            </a:extLst>
          </p:cNvPr>
          <p:cNvSpPr txBox="1"/>
          <p:nvPr/>
        </p:nvSpPr>
        <p:spPr>
          <a:xfrm>
            <a:off x="2768922" y="666227"/>
            <a:ext cx="592602" cy="6001643"/>
          </a:xfrm>
          <a:prstGeom prst="rect">
            <a:avLst/>
          </a:prstGeom>
          <a:solidFill>
            <a:schemeClr val="accent1">
              <a:hueOff val="0"/>
              <a:satOff val="0"/>
              <a:lumOff val="0"/>
            </a:schemeClr>
          </a:solidFill>
        </p:spPr>
        <p:txBody>
          <a:bodyPr wrap="square" rtlCol="0">
            <a:spAutoFit/>
          </a:bodyPr>
          <a:lstStyle/>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鹦鹉与乌鸦</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何为智能</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8" name="椭圆 7">
            <a:extLst>
              <a:ext uri="{FF2B5EF4-FFF2-40B4-BE49-F238E27FC236}">
                <a16:creationId xmlns:a16="http://schemas.microsoft.com/office/drawing/2014/main" id="{CFA6BA30-12F1-8140-9209-80C526245043}"/>
              </a:ext>
            </a:extLst>
          </p:cNvPr>
          <p:cNvSpPr/>
          <p:nvPr/>
        </p:nvSpPr>
        <p:spPr>
          <a:xfrm>
            <a:off x="2641755" y="139446"/>
            <a:ext cx="846937" cy="846937"/>
          </a:xfrm>
          <a:prstGeom prst="ellipse">
            <a:avLst/>
          </a:prstGeom>
          <a:solidFill>
            <a:schemeClr val="accent1"/>
          </a:solidFill>
          <a:ln>
            <a:solidFill>
              <a:srgbClr val="FFFF00"/>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sz="2600" dirty="0">
                <a:solidFill>
                  <a:srgbClr val="FF0000"/>
                </a:solidFill>
                <a:latin typeface="Times New Roman" panose="02020603050405020304" pitchFamily="18" charset="0"/>
                <a:cs typeface="Times New Roman" panose="02020603050405020304" pitchFamily="18" charset="0"/>
              </a:rPr>
              <a:t>1</a:t>
            </a:r>
            <a:endParaRPr lang="zh-CN" altLang="en-US" sz="2600" dirty="0">
              <a:solidFill>
                <a:srgbClr val="FF0000"/>
              </a:solidFill>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0BC74C2A-930B-004A-9D2E-1271BA073CF9}"/>
              </a:ext>
            </a:extLst>
          </p:cNvPr>
          <p:cNvSpPr txBox="1"/>
          <p:nvPr/>
        </p:nvSpPr>
        <p:spPr>
          <a:xfrm>
            <a:off x="3895516" y="656395"/>
            <a:ext cx="592602" cy="6001643"/>
          </a:xfrm>
          <a:prstGeom prst="rect">
            <a:avLst/>
          </a:prstGeom>
          <a:solidFill>
            <a:schemeClr val="accent1">
              <a:hueOff val="0"/>
              <a:satOff val="0"/>
              <a:lumOff val="0"/>
            </a:schemeClr>
          </a:solidFill>
        </p:spPr>
        <p:txBody>
          <a:bodyPr wrap="square" rtlCol="0">
            <a:spAutoFit/>
          </a:bodyPr>
          <a:lstStyle/>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智能简史</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生于数学</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成</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于计算机</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6" name="椭圆 15">
            <a:extLst>
              <a:ext uri="{FF2B5EF4-FFF2-40B4-BE49-F238E27FC236}">
                <a16:creationId xmlns:a16="http://schemas.microsoft.com/office/drawing/2014/main" id="{2977D13B-8074-5741-958C-D6A63F6835B3}"/>
              </a:ext>
            </a:extLst>
          </p:cNvPr>
          <p:cNvSpPr/>
          <p:nvPr/>
        </p:nvSpPr>
        <p:spPr>
          <a:xfrm>
            <a:off x="3768349" y="139446"/>
            <a:ext cx="846937" cy="846937"/>
          </a:xfrm>
          <a:prstGeom prst="ellipse">
            <a:avLst/>
          </a:prstGeom>
          <a:solidFill>
            <a:schemeClr val="accent1"/>
          </a:solidFill>
          <a:ln>
            <a:solidFill>
              <a:srgbClr val="FFFF00"/>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sz="2600" dirty="0">
                <a:solidFill>
                  <a:srgbClr val="FF0000"/>
                </a:solidFill>
                <a:latin typeface="Times New Roman" panose="02020603050405020304" pitchFamily="18" charset="0"/>
                <a:cs typeface="Times New Roman" panose="02020603050405020304" pitchFamily="18" charset="0"/>
              </a:rPr>
              <a:t>2</a:t>
            </a:r>
            <a:endParaRPr lang="zh-CN" altLang="en-US" sz="2600" dirty="0">
              <a:solidFill>
                <a:srgbClr val="FF0000"/>
              </a:solidFill>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A42F44F2-1BD1-8B43-8246-DBE2DBFF82DD}"/>
              </a:ext>
            </a:extLst>
          </p:cNvPr>
          <p:cNvSpPr txBox="1"/>
          <p:nvPr/>
        </p:nvSpPr>
        <p:spPr>
          <a:xfrm>
            <a:off x="5016233" y="695723"/>
            <a:ext cx="592602" cy="6001643"/>
          </a:xfrm>
          <a:prstGeom prst="rect">
            <a:avLst/>
          </a:prstGeom>
          <a:solidFill>
            <a:schemeClr val="accent1">
              <a:hueOff val="0"/>
              <a:satOff val="0"/>
              <a:lumOff val="0"/>
            </a:schemeClr>
          </a:solidFill>
        </p:spPr>
        <p:txBody>
          <a:bodyPr wrap="square" rtlCol="0">
            <a:spAutoFit/>
          </a:bodyPr>
          <a:lstStyle/>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AI</a:t>
            </a: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 </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风云录</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崛起与跌宕</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8" name="椭圆 17">
            <a:extLst>
              <a:ext uri="{FF2B5EF4-FFF2-40B4-BE49-F238E27FC236}">
                <a16:creationId xmlns:a16="http://schemas.microsoft.com/office/drawing/2014/main" id="{31C418CE-1F2E-4641-B740-0AA7FCDD1E51}"/>
              </a:ext>
            </a:extLst>
          </p:cNvPr>
          <p:cNvSpPr/>
          <p:nvPr/>
        </p:nvSpPr>
        <p:spPr>
          <a:xfrm>
            <a:off x="4889066" y="139446"/>
            <a:ext cx="846937" cy="846937"/>
          </a:xfrm>
          <a:prstGeom prst="ellipse">
            <a:avLst/>
          </a:prstGeom>
          <a:solidFill>
            <a:schemeClr val="accent1"/>
          </a:solidFill>
          <a:ln>
            <a:solidFill>
              <a:srgbClr val="FFFF00"/>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sz="2600" dirty="0">
                <a:solidFill>
                  <a:srgbClr val="FF0000"/>
                </a:solidFill>
                <a:latin typeface="Times New Roman" panose="02020603050405020304" pitchFamily="18" charset="0"/>
                <a:cs typeface="Times New Roman" panose="02020603050405020304" pitchFamily="18" charset="0"/>
              </a:rPr>
              <a:t>3</a:t>
            </a:r>
            <a:endParaRPr lang="zh-CN" altLang="en-US" sz="2600" dirty="0">
              <a:solidFill>
                <a:srgbClr val="FF0000"/>
              </a:solidFill>
              <a:latin typeface="Times New Roman" panose="02020603050405020304" pitchFamily="18" charset="0"/>
              <a:cs typeface="Times New Roman" panose="02020603050405020304" pitchFamily="18" charset="0"/>
            </a:endParaRPr>
          </a:p>
        </p:txBody>
      </p:sp>
      <p:sp>
        <p:nvSpPr>
          <p:cNvPr id="19" name="文本框 18">
            <a:extLst>
              <a:ext uri="{FF2B5EF4-FFF2-40B4-BE49-F238E27FC236}">
                <a16:creationId xmlns:a16="http://schemas.microsoft.com/office/drawing/2014/main" id="{FCCD6134-5E66-3248-AEEB-3593BA103D36}"/>
              </a:ext>
            </a:extLst>
          </p:cNvPr>
          <p:cNvSpPr txBox="1"/>
          <p:nvPr/>
        </p:nvSpPr>
        <p:spPr>
          <a:xfrm>
            <a:off x="6264117" y="695723"/>
            <a:ext cx="592602" cy="6001643"/>
          </a:xfrm>
          <a:prstGeom prst="rect">
            <a:avLst/>
          </a:prstGeom>
          <a:solidFill>
            <a:schemeClr val="accent1">
              <a:hueOff val="0"/>
              <a:satOff val="0"/>
              <a:lumOff val="0"/>
            </a:schemeClr>
          </a:solidFill>
        </p:spPr>
        <p:txBody>
          <a:bodyPr wrap="square" rtlCol="0">
            <a:spAutoFit/>
          </a:bodyPr>
          <a:lstStyle/>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AI</a:t>
            </a: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数学密码</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学习如何学习</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20" name="椭圆 19">
            <a:extLst>
              <a:ext uri="{FF2B5EF4-FFF2-40B4-BE49-F238E27FC236}">
                <a16:creationId xmlns:a16="http://schemas.microsoft.com/office/drawing/2014/main" id="{412F6BCC-183C-8241-95F2-C077C198E2DE}"/>
              </a:ext>
            </a:extLst>
          </p:cNvPr>
          <p:cNvSpPr/>
          <p:nvPr/>
        </p:nvSpPr>
        <p:spPr>
          <a:xfrm>
            <a:off x="6136950" y="139446"/>
            <a:ext cx="846937" cy="846937"/>
          </a:xfrm>
          <a:prstGeom prst="ellipse">
            <a:avLst/>
          </a:prstGeom>
          <a:solidFill>
            <a:schemeClr val="accent1"/>
          </a:solidFill>
          <a:ln>
            <a:solidFill>
              <a:srgbClr val="FFFF00"/>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sz="2600" dirty="0">
                <a:solidFill>
                  <a:srgbClr val="FF0000"/>
                </a:solidFill>
                <a:latin typeface="Times New Roman" panose="02020603050405020304" pitchFamily="18" charset="0"/>
                <a:cs typeface="Times New Roman" panose="02020603050405020304" pitchFamily="18" charset="0"/>
              </a:rPr>
              <a:t>4</a:t>
            </a:r>
            <a:endParaRPr lang="zh-CN" altLang="en-US" sz="2600" dirty="0">
              <a:solidFill>
                <a:srgbClr val="FF0000"/>
              </a:solidFill>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B050417D-55BD-2D4B-AA93-DD5773008202}"/>
              </a:ext>
            </a:extLst>
          </p:cNvPr>
          <p:cNvSpPr txBox="1"/>
          <p:nvPr/>
        </p:nvSpPr>
        <p:spPr>
          <a:xfrm>
            <a:off x="7515956" y="695723"/>
            <a:ext cx="592602" cy="6001643"/>
          </a:xfrm>
          <a:prstGeom prst="rect">
            <a:avLst/>
          </a:prstGeom>
          <a:solidFill>
            <a:schemeClr val="accent1">
              <a:hueOff val="0"/>
              <a:satOff val="0"/>
              <a:lumOff val="0"/>
            </a:schemeClr>
          </a:solidFill>
        </p:spPr>
        <p:txBody>
          <a:bodyPr wrap="square" rtlCol="0">
            <a:spAutoFit/>
          </a:bodyPr>
          <a:lstStyle/>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生成式</a:t>
            </a:r>
            <a:r>
              <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AI</a:t>
            </a: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：机器魔法</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22" name="椭圆 21">
            <a:extLst>
              <a:ext uri="{FF2B5EF4-FFF2-40B4-BE49-F238E27FC236}">
                <a16:creationId xmlns:a16="http://schemas.microsoft.com/office/drawing/2014/main" id="{FDE7BB2B-7D79-124E-BEA7-14FC3137557F}"/>
              </a:ext>
            </a:extLst>
          </p:cNvPr>
          <p:cNvSpPr/>
          <p:nvPr/>
        </p:nvSpPr>
        <p:spPr>
          <a:xfrm>
            <a:off x="7388789" y="139446"/>
            <a:ext cx="846937" cy="846937"/>
          </a:xfrm>
          <a:prstGeom prst="ellipse">
            <a:avLst/>
          </a:prstGeom>
          <a:solidFill>
            <a:schemeClr val="accent1"/>
          </a:solidFill>
          <a:ln>
            <a:solidFill>
              <a:srgbClr val="FFFF00"/>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sz="2600" dirty="0">
                <a:solidFill>
                  <a:srgbClr val="FF0000"/>
                </a:solidFill>
                <a:latin typeface="Times New Roman" panose="02020603050405020304" pitchFamily="18" charset="0"/>
                <a:cs typeface="Times New Roman" panose="02020603050405020304" pitchFamily="18" charset="0"/>
              </a:rPr>
              <a:t>5</a:t>
            </a:r>
            <a:endParaRPr lang="zh-CN" altLang="en-US" sz="2600" dirty="0">
              <a:solidFill>
                <a:srgbClr val="FF0000"/>
              </a:solidFill>
              <a:latin typeface="Times New Roman" panose="02020603050405020304" pitchFamily="18" charset="0"/>
              <a:cs typeface="Times New Roman" panose="02020603050405020304" pitchFamily="18" charset="0"/>
            </a:endParaRPr>
          </a:p>
        </p:txBody>
      </p:sp>
      <p:sp>
        <p:nvSpPr>
          <p:cNvPr id="23" name="文本框 22">
            <a:extLst>
              <a:ext uri="{FF2B5EF4-FFF2-40B4-BE49-F238E27FC236}">
                <a16:creationId xmlns:a16="http://schemas.microsoft.com/office/drawing/2014/main" id="{3BE91D0D-4BF0-2B43-AC75-677E54D641EA}"/>
              </a:ext>
            </a:extLst>
          </p:cNvPr>
          <p:cNvSpPr txBox="1"/>
          <p:nvPr/>
        </p:nvSpPr>
        <p:spPr>
          <a:xfrm>
            <a:off x="8767794" y="695723"/>
            <a:ext cx="592602" cy="6001643"/>
          </a:xfrm>
          <a:prstGeom prst="rect">
            <a:avLst/>
          </a:prstGeom>
          <a:solidFill>
            <a:schemeClr val="accent1">
              <a:hueOff val="0"/>
              <a:satOff val="0"/>
              <a:lumOff val="0"/>
            </a:schemeClr>
          </a:solidFill>
        </p:spPr>
        <p:txBody>
          <a:bodyPr wrap="square" rtlCol="0">
            <a:spAutoFit/>
          </a:bodyPr>
          <a:lstStyle/>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人机共生</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：力量倍增</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24" name="椭圆 23">
            <a:extLst>
              <a:ext uri="{FF2B5EF4-FFF2-40B4-BE49-F238E27FC236}">
                <a16:creationId xmlns:a16="http://schemas.microsoft.com/office/drawing/2014/main" id="{3A0F6301-A9F0-0F4E-9F0C-A6C3D945562B}"/>
              </a:ext>
            </a:extLst>
          </p:cNvPr>
          <p:cNvSpPr/>
          <p:nvPr/>
        </p:nvSpPr>
        <p:spPr>
          <a:xfrm>
            <a:off x="8640627" y="139446"/>
            <a:ext cx="846937" cy="846937"/>
          </a:xfrm>
          <a:prstGeom prst="ellipse">
            <a:avLst/>
          </a:prstGeom>
          <a:solidFill>
            <a:schemeClr val="accent1"/>
          </a:solidFill>
          <a:ln>
            <a:solidFill>
              <a:srgbClr val="FFFF00"/>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sz="2600" dirty="0">
                <a:solidFill>
                  <a:srgbClr val="FF0000"/>
                </a:solidFill>
                <a:latin typeface="Times New Roman" panose="02020603050405020304" pitchFamily="18" charset="0"/>
                <a:cs typeface="Times New Roman" panose="02020603050405020304" pitchFamily="18" charset="0"/>
              </a:rPr>
              <a:t>6</a:t>
            </a:r>
            <a:endParaRPr lang="zh-CN" altLang="en-US" sz="2600" dirty="0">
              <a:solidFill>
                <a:srgbClr val="FF0000"/>
              </a:solidFill>
              <a:latin typeface="Times New Roman" panose="02020603050405020304" pitchFamily="18" charset="0"/>
              <a:cs typeface="Times New Roman" panose="02020603050405020304" pitchFamily="18" charset="0"/>
            </a:endParaRPr>
          </a:p>
        </p:txBody>
      </p:sp>
      <p:sp>
        <p:nvSpPr>
          <p:cNvPr id="26" name="文本框 25">
            <a:extLst>
              <a:ext uri="{FF2B5EF4-FFF2-40B4-BE49-F238E27FC236}">
                <a16:creationId xmlns:a16="http://schemas.microsoft.com/office/drawing/2014/main" id="{2750098A-CD08-C247-90B9-D6D4D94CEC66}"/>
              </a:ext>
            </a:extLst>
          </p:cNvPr>
          <p:cNvSpPr txBox="1"/>
          <p:nvPr/>
        </p:nvSpPr>
        <p:spPr>
          <a:xfrm>
            <a:off x="6280554" y="750242"/>
            <a:ext cx="1828004" cy="400110"/>
          </a:xfrm>
          <a:prstGeom prst="rect">
            <a:avLst/>
          </a:prstGeom>
          <a:solidFill>
            <a:srgbClr val="FFFF00">
              <a:alpha val="59000"/>
            </a:srgbClr>
          </a:solidFill>
        </p:spPr>
        <p:txBody>
          <a:bodyPr wrap="square">
            <a:spAutoFit/>
          </a:bodyPr>
          <a:lstStyle/>
          <a:p>
            <a:pPr algn="ctr"/>
            <a:r>
              <a:rPr lang="zh-CN" altLang="zh-CN" sz="2000" b="1" dirty="0">
                <a:effectLst/>
                <a:latin typeface="Times New Roman" panose="02020603050405020304" pitchFamily="18" charset="0"/>
                <a:ea typeface="楷体" panose="02010609060101010101" pitchFamily="49" charset="-122"/>
                <a:cs typeface="Times New Roman" panose="02020603050405020304" pitchFamily="18" charset="0"/>
              </a:rPr>
              <a:t>智能</a:t>
            </a:r>
            <a:r>
              <a:rPr lang="zh-CN" altLang="en-US" sz="2000" b="1" dirty="0">
                <a:effectLst/>
                <a:latin typeface="Times New Roman" panose="02020603050405020304" pitchFamily="18" charset="0"/>
                <a:ea typeface="楷体" panose="02010609060101010101" pitchFamily="49" charset="-122"/>
                <a:cs typeface="Times New Roman" panose="02020603050405020304" pitchFamily="18" charset="0"/>
              </a:rPr>
              <a:t>现状</a:t>
            </a:r>
            <a:r>
              <a:rPr lang="zh-CN" altLang="zh-CN" sz="2000" dirty="0">
                <a:effectLst/>
              </a:rPr>
              <a:t> </a:t>
            </a:r>
            <a:endParaRPr lang="zh-CN" altLang="en-US" sz="2000" dirty="0"/>
          </a:p>
        </p:txBody>
      </p:sp>
      <p:sp>
        <p:nvSpPr>
          <p:cNvPr id="27" name="文本框 26">
            <a:extLst>
              <a:ext uri="{FF2B5EF4-FFF2-40B4-BE49-F238E27FC236}">
                <a16:creationId xmlns:a16="http://schemas.microsoft.com/office/drawing/2014/main" id="{220077B6-6676-204A-B0F8-82F5EECBFFC9}"/>
              </a:ext>
            </a:extLst>
          </p:cNvPr>
          <p:cNvSpPr txBox="1"/>
          <p:nvPr/>
        </p:nvSpPr>
        <p:spPr>
          <a:xfrm>
            <a:off x="2452255" y="750242"/>
            <a:ext cx="1287517" cy="400110"/>
          </a:xfrm>
          <a:prstGeom prst="rect">
            <a:avLst/>
          </a:prstGeom>
          <a:solidFill>
            <a:srgbClr val="FFFF00">
              <a:alpha val="59000"/>
            </a:srgbClr>
          </a:solidFill>
        </p:spPr>
        <p:txBody>
          <a:bodyPr wrap="square">
            <a:spAutoFit/>
          </a:bodyPr>
          <a:lstStyle/>
          <a:p>
            <a:r>
              <a:rPr lang="zh-CN" altLang="zh-CN" sz="2000" b="1" dirty="0">
                <a:effectLst/>
                <a:latin typeface="Times New Roman" panose="02020603050405020304" pitchFamily="18" charset="0"/>
                <a:ea typeface="楷体" panose="02010609060101010101" pitchFamily="49" charset="-122"/>
                <a:cs typeface="Times New Roman" panose="02020603050405020304" pitchFamily="18" charset="0"/>
              </a:rPr>
              <a:t>何为智能</a:t>
            </a:r>
            <a:endParaRPr lang="zh-CN" altLang="en-US" sz="2000" dirty="0"/>
          </a:p>
        </p:txBody>
      </p:sp>
      <p:sp>
        <p:nvSpPr>
          <p:cNvPr id="28" name="文本框 27">
            <a:extLst>
              <a:ext uri="{FF2B5EF4-FFF2-40B4-BE49-F238E27FC236}">
                <a16:creationId xmlns:a16="http://schemas.microsoft.com/office/drawing/2014/main" id="{AC5B81A0-773C-0744-87CA-10BCB891BA14}"/>
              </a:ext>
            </a:extLst>
          </p:cNvPr>
          <p:cNvSpPr txBox="1"/>
          <p:nvPr/>
        </p:nvSpPr>
        <p:spPr>
          <a:xfrm>
            <a:off x="3894554" y="758088"/>
            <a:ext cx="1849210" cy="400110"/>
          </a:xfrm>
          <a:prstGeom prst="rect">
            <a:avLst/>
          </a:prstGeom>
          <a:solidFill>
            <a:srgbClr val="FFFF00">
              <a:alpha val="59000"/>
            </a:srgbClr>
          </a:solidFill>
        </p:spPr>
        <p:txBody>
          <a:bodyPr wrap="square">
            <a:spAutoFit/>
          </a:bodyPr>
          <a:lstStyle/>
          <a:p>
            <a:r>
              <a:rPr lang="zh-CN" altLang="zh-CN" sz="2000" b="1" dirty="0">
                <a:effectLst/>
                <a:latin typeface="Times New Roman" panose="02020603050405020304" pitchFamily="18" charset="0"/>
                <a:ea typeface="楷体" panose="02010609060101010101" pitchFamily="49" charset="-122"/>
                <a:cs typeface="Times New Roman" panose="02020603050405020304" pitchFamily="18" charset="0"/>
              </a:rPr>
              <a:t>智能从何而来</a:t>
            </a:r>
            <a:r>
              <a:rPr lang="zh-CN" altLang="en-US" sz="2000" b="1" dirty="0">
                <a:effectLst/>
                <a:latin typeface="Times New Roman" panose="02020603050405020304" pitchFamily="18" charset="0"/>
                <a:ea typeface="楷体" panose="02010609060101010101" pitchFamily="49" charset="-122"/>
                <a:cs typeface="Times New Roman" panose="02020603050405020304" pitchFamily="18" charset="0"/>
              </a:rPr>
              <a:t> </a:t>
            </a:r>
            <a:endParaRPr lang="zh-CN" altLang="en-US" sz="2000" dirty="0"/>
          </a:p>
        </p:txBody>
      </p:sp>
      <p:sp>
        <p:nvSpPr>
          <p:cNvPr id="30" name="文本框 29">
            <a:extLst>
              <a:ext uri="{FF2B5EF4-FFF2-40B4-BE49-F238E27FC236}">
                <a16:creationId xmlns:a16="http://schemas.microsoft.com/office/drawing/2014/main" id="{4F9EA82C-A3B4-3843-A637-F97730C57728}"/>
              </a:ext>
            </a:extLst>
          </p:cNvPr>
          <p:cNvSpPr txBox="1"/>
          <p:nvPr/>
        </p:nvSpPr>
        <p:spPr>
          <a:xfrm>
            <a:off x="8418122" y="750242"/>
            <a:ext cx="1828004" cy="400110"/>
          </a:xfrm>
          <a:prstGeom prst="rect">
            <a:avLst/>
          </a:prstGeom>
          <a:solidFill>
            <a:srgbClr val="FFFF00">
              <a:alpha val="59000"/>
            </a:srgbClr>
          </a:solidFill>
        </p:spPr>
        <p:txBody>
          <a:bodyPr wrap="square">
            <a:spAutoFit/>
          </a:bodyPr>
          <a:lstStyle/>
          <a:p>
            <a:r>
              <a:rPr lang="zh-CN" altLang="en-US" sz="2000" b="1" dirty="0">
                <a:effectLst/>
                <a:latin typeface="Times New Roman" panose="02020603050405020304" pitchFamily="18" charset="0"/>
                <a:ea typeface="楷体" panose="02010609060101010101" pitchFamily="49" charset="-122"/>
                <a:cs typeface="Times New Roman" panose="02020603050405020304" pitchFamily="18" charset="0"/>
              </a:rPr>
              <a:t>智能</a:t>
            </a:r>
            <a:r>
              <a:rPr lang="zh-CN" altLang="zh-CN" sz="2000" b="1" dirty="0">
                <a:effectLst/>
                <a:latin typeface="Times New Roman" panose="02020603050405020304" pitchFamily="18" charset="0"/>
                <a:ea typeface="楷体" panose="02010609060101010101" pitchFamily="49" charset="-122"/>
                <a:cs typeface="Times New Roman" panose="02020603050405020304" pitchFamily="18" charset="0"/>
              </a:rPr>
              <a:t>向何而去</a:t>
            </a:r>
            <a:r>
              <a:rPr lang="zh-CN" altLang="zh-CN" sz="2000" dirty="0">
                <a:effectLst/>
              </a:rPr>
              <a:t> </a:t>
            </a:r>
            <a:endParaRPr lang="zh-CN" altLang="en-US" sz="2000" dirty="0"/>
          </a:p>
        </p:txBody>
      </p:sp>
      <p:pic>
        <p:nvPicPr>
          <p:cNvPr id="32" name="图片 31">
            <a:extLst>
              <a:ext uri="{FF2B5EF4-FFF2-40B4-BE49-F238E27FC236}">
                <a16:creationId xmlns:a16="http://schemas.microsoft.com/office/drawing/2014/main" id="{287C229A-4032-4A43-B597-B01AF7F6B1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3041" y="323252"/>
            <a:ext cx="718985" cy="479323"/>
          </a:xfrm>
          <a:prstGeom prst="rect">
            <a:avLst/>
          </a:prstGeom>
        </p:spPr>
      </p:pic>
    </p:spTree>
    <p:extLst>
      <p:ext uri="{BB962C8B-B14F-4D97-AF65-F5344CB8AC3E}">
        <p14:creationId xmlns:p14="http://schemas.microsoft.com/office/powerpoint/2010/main" val="1789558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270F0-B88C-BF4B-AD3A-179E1E1F6476}"/>
              </a:ext>
            </a:extLst>
          </p:cNvPr>
          <p:cNvSpPr>
            <a:spLocks noGrp="1"/>
          </p:cNvSpPr>
          <p:nvPr>
            <p:ph type="title"/>
          </p:nvPr>
        </p:nvSpPr>
        <p:spPr>
          <a:xfrm>
            <a:off x="449808" y="278946"/>
            <a:ext cx="3725952" cy="1325563"/>
          </a:xfrm>
        </p:spPr>
        <p:txBody>
          <a:bodyPr/>
          <a:lstStyle/>
          <a:p>
            <a:r>
              <a:rPr kumimoji="1" lang="zh-CN" altLang="en-US" dirty="0"/>
              <a:t>紧贴现实问题</a:t>
            </a:r>
          </a:p>
        </p:txBody>
      </p:sp>
      <p:graphicFrame>
        <p:nvGraphicFramePr>
          <p:cNvPr id="3" name="图示 2">
            <a:extLst>
              <a:ext uri="{FF2B5EF4-FFF2-40B4-BE49-F238E27FC236}">
                <a16:creationId xmlns:a16="http://schemas.microsoft.com/office/drawing/2014/main" id="{52FBC159-E17F-0243-8085-9BC06DD4EDE9}"/>
              </a:ext>
            </a:extLst>
          </p:cNvPr>
          <p:cNvGraphicFramePr/>
          <p:nvPr>
            <p:extLst>
              <p:ext uri="{D42A27DB-BD31-4B8C-83A1-F6EECF244321}">
                <p14:modId xmlns:p14="http://schemas.microsoft.com/office/powerpoint/2010/main" val="1684279310"/>
              </p:ext>
            </p:extLst>
          </p:nvPr>
        </p:nvGraphicFramePr>
        <p:xfrm>
          <a:off x="971436" y="1200068"/>
          <a:ext cx="10249128" cy="44578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20226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图示 12">
            <a:extLst>
              <a:ext uri="{FF2B5EF4-FFF2-40B4-BE49-F238E27FC236}">
                <a16:creationId xmlns:a16="http://schemas.microsoft.com/office/drawing/2014/main" id="{E984BBEA-7EAC-AF40-BF4B-4DB33950B295}"/>
              </a:ext>
            </a:extLst>
          </p:cNvPr>
          <p:cNvGraphicFramePr/>
          <p:nvPr/>
        </p:nvGraphicFramePr>
        <p:xfrm>
          <a:off x="4096655" y="2164108"/>
          <a:ext cx="3213564" cy="42937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文本框 13">
            <a:extLst>
              <a:ext uri="{FF2B5EF4-FFF2-40B4-BE49-F238E27FC236}">
                <a16:creationId xmlns:a16="http://schemas.microsoft.com/office/drawing/2014/main" id="{85D3DBE7-6029-4D4D-9ABA-560F21F5FCCC}"/>
              </a:ext>
            </a:extLst>
          </p:cNvPr>
          <p:cNvSpPr txBox="1"/>
          <p:nvPr/>
        </p:nvSpPr>
        <p:spPr>
          <a:xfrm>
            <a:off x="3409828" y="6457890"/>
            <a:ext cx="895595" cy="400110"/>
          </a:xfrm>
          <a:prstGeom prst="rect">
            <a:avLst/>
          </a:prstGeom>
          <a:noFill/>
          <a:ln w="15875">
            <a:noFill/>
          </a:ln>
        </p:spPr>
        <p:txBody>
          <a:bodyPr wrap="square" rtlCol="0">
            <a:spAutoFit/>
          </a:bodyPr>
          <a:lstStyle/>
          <a:p>
            <a:r>
              <a:rPr kumimoji="1" lang="zh-CN" altLang="en-US" sz="2000" b="1" dirty="0">
                <a:latin typeface="Times New Roman" panose="02020603050405020304" pitchFamily="18" charset="0"/>
                <a:ea typeface="KaiTi" panose="02010609060101010101" pitchFamily="49" charset="-122"/>
                <a:cs typeface="Times New Roman" panose="02020603050405020304" pitchFamily="18" charset="0"/>
              </a:rPr>
              <a:t>应用</a:t>
            </a:r>
          </a:p>
        </p:txBody>
      </p:sp>
      <p:sp>
        <p:nvSpPr>
          <p:cNvPr id="15" name="文本框 14">
            <a:extLst>
              <a:ext uri="{FF2B5EF4-FFF2-40B4-BE49-F238E27FC236}">
                <a16:creationId xmlns:a16="http://schemas.microsoft.com/office/drawing/2014/main" id="{2C6AE4D8-A2A8-FB4E-B992-4BC8CFFA9677}"/>
              </a:ext>
            </a:extLst>
          </p:cNvPr>
          <p:cNvSpPr txBox="1"/>
          <p:nvPr/>
        </p:nvSpPr>
        <p:spPr>
          <a:xfrm>
            <a:off x="3401158" y="1833087"/>
            <a:ext cx="785711" cy="400110"/>
          </a:xfrm>
          <a:prstGeom prst="rect">
            <a:avLst/>
          </a:prstGeom>
          <a:noFill/>
        </p:spPr>
        <p:txBody>
          <a:bodyPr wrap="square" rtlCol="0">
            <a:spAutoFit/>
          </a:bodyPr>
          <a:lstStyle/>
          <a:p>
            <a:r>
              <a:rPr kumimoji="1" lang="zh-CN" altLang="en-US" sz="2000" b="1" dirty="0">
                <a:latin typeface="Times New Roman" panose="02020603050405020304" pitchFamily="18" charset="0"/>
                <a:ea typeface="KaiTi" panose="02010609060101010101" pitchFamily="49" charset="-122"/>
                <a:cs typeface="Times New Roman" panose="02020603050405020304" pitchFamily="18" charset="0"/>
              </a:rPr>
              <a:t>理论</a:t>
            </a:r>
          </a:p>
        </p:txBody>
      </p:sp>
      <p:cxnSp>
        <p:nvCxnSpPr>
          <p:cNvPr id="16" name="直线箭头连接符 15">
            <a:extLst>
              <a:ext uri="{FF2B5EF4-FFF2-40B4-BE49-F238E27FC236}">
                <a16:creationId xmlns:a16="http://schemas.microsoft.com/office/drawing/2014/main" id="{3F708418-F186-B145-AB66-BC1ACCDECCAA}"/>
              </a:ext>
            </a:extLst>
          </p:cNvPr>
          <p:cNvCxnSpPr>
            <a:cxnSpLocks/>
          </p:cNvCxnSpPr>
          <p:nvPr/>
        </p:nvCxnSpPr>
        <p:spPr>
          <a:xfrm>
            <a:off x="3731944" y="3985211"/>
            <a:ext cx="0" cy="240359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53C509BB-352E-8E45-8B6E-BD29195D6BF5}"/>
              </a:ext>
            </a:extLst>
          </p:cNvPr>
          <p:cNvSpPr txBox="1"/>
          <p:nvPr/>
        </p:nvSpPr>
        <p:spPr>
          <a:xfrm>
            <a:off x="3539398" y="274545"/>
            <a:ext cx="3305799" cy="523220"/>
          </a:xfrm>
          <a:prstGeom prst="rect">
            <a:avLst/>
          </a:prstGeom>
          <a:noFill/>
          <a:ln w="19050">
            <a:noFill/>
          </a:ln>
        </p:spPr>
        <p:txBody>
          <a:bodyPr wrap="square" rtlCol="0">
            <a:spAutoFit/>
          </a:bodyPr>
          <a:lstStyle/>
          <a:p>
            <a:r>
              <a:rPr kumimoji="1" lang="zh-CN" altLang="en-US" sz="2000" b="1" dirty="0">
                <a:latin typeface="Times New Roman" panose="02020603050405020304" pitchFamily="18" charset="0"/>
                <a:ea typeface="KaiTi" panose="02010609060101010101" pitchFamily="49" charset="-122"/>
                <a:cs typeface="Times New Roman" panose="02020603050405020304" pitchFamily="18" charset="0"/>
              </a:rPr>
              <a:t>动机：</a:t>
            </a:r>
            <a:r>
              <a:rPr kumimoji="1" lang="zh-CN" altLang="en-US" sz="2800" b="1" dirty="0">
                <a:solidFill>
                  <a:srgbClr val="FF0000"/>
                </a:solidFill>
                <a:highlight>
                  <a:srgbClr val="FFFF00"/>
                </a:highlight>
                <a:latin typeface="Times New Roman" panose="02020603050405020304" pitchFamily="18" charset="0"/>
                <a:ea typeface="KaiTi" panose="02010609060101010101" pitchFamily="49" charset="-122"/>
                <a:cs typeface="Times New Roman" panose="02020603050405020304" pitchFamily="18" charset="0"/>
              </a:rPr>
              <a:t>实际问题驱动</a:t>
            </a:r>
            <a:endParaRPr kumimoji="1" lang="zh-CN" altLang="en-US" sz="2000" b="1" dirty="0">
              <a:solidFill>
                <a:srgbClr val="FF0000"/>
              </a:solidFill>
              <a:highlight>
                <a:srgbClr val="FFFF00"/>
              </a:highlight>
              <a:latin typeface="Times New Roman" panose="02020603050405020304" pitchFamily="18" charset="0"/>
              <a:ea typeface="KaiTi" panose="02010609060101010101" pitchFamily="49" charset="-122"/>
              <a:cs typeface="Times New Roman" panose="02020603050405020304" pitchFamily="18" charset="0"/>
            </a:endParaRPr>
          </a:p>
        </p:txBody>
      </p:sp>
      <p:cxnSp>
        <p:nvCxnSpPr>
          <p:cNvPr id="18" name="直线箭头连接符 17">
            <a:extLst>
              <a:ext uri="{FF2B5EF4-FFF2-40B4-BE49-F238E27FC236}">
                <a16:creationId xmlns:a16="http://schemas.microsoft.com/office/drawing/2014/main" id="{F3DD366A-5F49-B141-B4C0-8457E50B91E5}"/>
              </a:ext>
            </a:extLst>
          </p:cNvPr>
          <p:cNvCxnSpPr>
            <a:cxnSpLocks/>
          </p:cNvCxnSpPr>
          <p:nvPr/>
        </p:nvCxnSpPr>
        <p:spPr>
          <a:xfrm>
            <a:off x="3743716" y="817267"/>
            <a:ext cx="0" cy="1015821"/>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9" name="曲线连接符 18">
            <a:extLst>
              <a:ext uri="{FF2B5EF4-FFF2-40B4-BE49-F238E27FC236}">
                <a16:creationId xmlns:a16="http://schemas.microsoft.com/office/drawing/2014/main" id="{C5416961-8680-6742-968C-7F4B40213139}"/>
              </a:ext>
            </a:extLst>
          </p:cNvPr>
          <p:cNvCxnSpPr>
            <a:cxnSpLocks/>
          </p:cNvCxnSpPr>
          <p:nvPr/>
        </p:nvCxnSpPr>
        <p:spPr>
          <a:xfrm rot="5400000" flipH="1" flipV="1">
            <a:off x="2647515" y="626229"/>
            <a:ext cx="738911" cy="785715"/>
          </a:xfrm>
          <a:prstGeom prst="curvedConnector2">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FDD813C2-789F-0847-AB7C-CB4765DF0449}"/>
              </a:ext>
            </a:extLst>
          </p:cNvPr>
          <p:cNvSpPr txBox="1"/>
          <p:nvPr/>
        </p:nvSpPr>
        <p:spPr>
          <a:xfrm>
            <a:off x="2183349" y="1513943"/>
            <a:ext cx="1085850" cy="400110"/>
          </a:xfrm>
          <a:prstGeom prst="rect">
            <a:avLst/>
          </a:prstGeom>
          <a:solidFill>
            <a:schemeClr val="accent6"/>
          </a:solidFill>
          <a:ln w="22225">
            <a:noFill/>
          </a:ln>
        </p:spPr>
        <p:txBody>
          <a:bodyPr wrap="square" rtlCol="0">
            <a:spAutoFit/>
          </a:bodyPr>
          <a:lstStyle/>
          <a:p>
            <a:r>
              <a:rPr kumimoji="1" lang="zh-CN" altLang="en-US" sz="2000" b="1"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知来龙</a:t>
            </a:r>
          </a:p>
        </p:txBody>
      </p:sp>
      <p:sp>
        <p:nvSpPr>
          <p:cNvPr id="21" name="文本框 20">
            <a:extLst>
              <a:ext uri="{FF2B5EF4-FFF2-40B4-BE49-F238E27FC236}">
                <a16:creationId xmlns:a16="http://schemas.microsoft.com/office/drawing/2014/main" id="{BDF9670C-2B6C-5D4C-A8A3-91114C48D30F}"/>
              </a:ext>
            </a:extLst>
          </p:cNvPr>
          <p:cNvSpPr txBox="1"/>
          <p:nvPr/>
        </p:nvSpPr>
        <p:spPr>
          <a:xfrm>
            <a:off x="2183349" y="2164107"/>
            <a:ext cx="1085850" cy="400110"/>
          </a:xfrm>
          <a:prstGeom prst="rect">
            <a:avLst/>
          </a:prstGeom>
          <a:solidFill>
            <a:schemeClr val="accent5"/>
          </a:solidFill>
          <a:ln w="15875">
            <a:solidFill>
              <a:schemeClr val="accent1"/>
            </a:solidFill>
          </a:ln>
        </p:spPr>
        <p:txBody>
          <a:bodyPr wrap="square" rtlCol="0">
            <a:spAutoFit/>
          </a:bodyPr>
          <a:lstStyle/>
          <a:p>
            <a:r>
              <a:rPr kumimoji="1" lang="zh-CN" altLang="en-US" sz="2000" b="1"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探去脉</a:t>
            </a:r>
          </a:p>
        </p:txBody>
      </p:sp>
      <p:cxnSp>
        <p:nvCxnSpPr>
          <p:cNvPr id="22" name="曲线连接符 21">
            <a:extLst>
              <a:ext uri="{FF2B5EF4-FFF2-40B4-BE49-F238E27FC236}">
                <a16:creationId xmlns:a16="http://schemas.microsoft.com/office/drawing/2014/main" id="{678E0007-CB88-6E42-9DA8-DEB2F1D86D51}"/>
              </a:ext>
            </a:extLst>
          </p:cNvPr>
          <p:cNvCxnSpPr>
            <a:cxnSpLocks/>
          </p:cNvCxnSpPr>
          <p:nvPr/>
        </p:nvCxnSpPr>
        <p:spPr>
          <a:xfrm rot="16200000" flipH="1">
            <a:off x="969340" y="4157037"/>
            <a:ext cx="4055414" cy="808222"/>
          </a:xfrm>
          <a:prstGeom prst="curvedConnector2">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3">
            <a:extLst>
              <a:ext uri="{FF2B5EF4-FFF2-40B4-BE49-F238E27FC236}">
                <a16:creationId xmlns:a16="http://schemas.microsoft.com/office/drawing/2014/main" id="{C87356D9-15C1-9B4C-AEE4-729311721792}"/>
              </a:ext>
            </a:extLst>
          </p:cNvPr>
          <p:cNvSpPr txBox="1">
            <a:spLocks noChangeArrowheads="1"/>
          </p:cNvSpPr>
          <p:nvPr/>
        </p:nvSpPr>
        <p:spPr>
          <a:xfrm>
            <a:off x="3862864" y="916666"/>
            <a:ext cx="2728846" cy="10819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2000" b="1" dirty="0">
                <a:solidFill>
                  <a:srgbClr val="C00000"/>
                </a:solidFill>
              </a:rPr>
              <a:t>简化</a:t>
            </a:r>
            <a:endParaRPr lang="en-US" altLang="zh-CN" sz="2000" b="1" dirty="0">
              <a:solidFill>
                <a:srgbClr val="C00000"/>
              </a:solidFill>
            </a:endParaRPr>
          </a:p>
          <a:p>
            <a:pPr marL="0" indent="0">
              <a:buFont typeface="Arial" panose="020B0604020202020204" pitchFamily="34" charset="0"/>
              <a:buNone/>
            </a:pPr>
            <a:r>
              <a:rPr lang="zh-CN" altLang="en-US" sz="2000" b="1" dirty="0">
                <a:solidFill>
                  <a:srgbClr val="C00000"/>
                </a:solidFill>
              </a:rPr>
              <a:t>建模</a:t>
            </a:r>
            <a:endParaRPr lang="en-US" altLang="zh-CN" sz="2000" b="1" dirty="0">
              <a:solidFill>
                <a:srgbClr val="C00000"/>
              </a:solidFill>
            </a:endParaRPr>
          </a:p>
        </p:txBody>
      </p:sp>
      <p:sp>
        <p:nvSpPr>
          <p:cNvPr id="28" name="文本框 27">
            <a:extLst>
              <a:ext uri="{FF2B5EF4-FFF2-40B4-BE49-F238E27FC236}">
                <a16:creationId xmlns:a16="http://schemas.microsoft.com/office/drawing/2014/main" id="{E3514205-B1E3-664D-9A56-8E1D99F06731}"/>
              </a:ext>
            </a:extLst>
          </p:cNvPr>
          <p:cNvSpPr txBox="1"/>
          <p:nvPr/>
        </p:nvSpPr>
        <p:spPr>
          <a:xfrm>
            <a:off x="3427257" y="3574583"/>
            <a:ext cx="785711" cy="400110"/>
          </a:xfrm>
          <a:prstGeom prst="rect">
            <a:avLst/>
          </a:prstGeom>
          <a:noFill/>
        </p:spPr>
        <p:txBody>
          <a:bodyPr wrap="square" rtlCol="0">
            <a:spAutoFit/>
          </a:bodyPr>
          <a:lstStyle/>
          <a:p>
            <a:r>
              <a:rPr kumimoji="1" lang="zh-CN" altLang="en-US" sz="2000" b="1" dirty="0">
                <a:latin typeface="Times New Roman" panose="02020603050405020304" pitchFamily="18" charset="0"/>
                <a:ea typeface="KaiTi" panose="02010609060101010101" pitchFamily="49" charset="-122"/>
                <a:cs typeface="Times New Roman" panose="02020603050405020304" pitchFamily="18" charset="0"/>
              </a:rPr>
              <a:t>方法</a:t>
            </a:r>
          </a:p>
        </p:txBody>
      </p:sp>
      <p:sp>
        <p:nvSpPr>
          <p:cNvPr id="30" name="左弧形箭头 29">
            <a:extLst>
              <a:ext uri="{FF2B5EF4-FFF2-40B4-BE49-F238E27FC236}">
                <a16:creationId xmlns:a16="http://schemas.microsoft.com/office/drawing/2014/main" id="{CFF5AD2E-B1A5-F74A-AEAA-C16DD032C71B}"/>
              </a:ext>
            </a:extLst>
          </p:cNvPr>
          <p:cNvSpPr/>
          <p:nvPr/>
        </p:nvSpPr>
        <p:spPr>
          <a:xfrm rot="10800000">
            <a:off x="1122623" y="88015"/>
            <a:ext cx="1886453" cy="6697750"/>
          </a:xfrm>
          <a:prstGeom prst="curvedLeftArrow">
            <a:avLst>
              <a:gd name="adj1" fmla="val 11452"/>
              <a:gd name="adj2" fmla="val 50000"/>
              <a:gd name="adj3" fmla="val 2187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7" name="标题 3">
            <a:extLst>
              <a:ext uri="{FF2B5EF4-FFF2-40B4-BE49-F238E27FC236}">
                <a16:creationId xmlns:a16="http://schemas.microsoft.com/office/drawing/2014/main" id="{680525D3-E9DB-8B43-9A7F-3CBE11EEE299}"/>
              </a:ext>
            </a:extLst>
          </p:cNvPr>
          <p:cNvSpPr txBox="1">
            <a:spLocks/>
          </p:cNvSpPr>
          <p:nvPr/>
        </p:nvSpPr>
        <p:spPr>
          <a:xfrm>
            <a:off x="25899" y="1713998"/>
            <a:ext cx="802454" cy="4178674"/>
          </a:xfrm>
          <a:prstGeom prst="rect">
            <a:avLst/>
          </a:prstGeom>
          <a:solidFill>
            <a:srgbClr val="0432FF">
              <a:alpha val="50000"/>
            </a:srgbClr>
          </a:solidFill>
          <a:ln>
            <a:solidFill>
              <a:schemeClr val="accent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1pPr>
          </a:lstStyle>
          <a:p>
            <a:r>
              <a:rPr lang="zh-CN" altLang="zh-CN" sz="40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教改理念</a:t>
            </a:r>
            <a:endParaRPr lang="zh-CN" altLang="en-US" dirty="0"/>
          </a:p>
        </p:txBody>
      </p:sp>
      <p:cxnSp>
        <p:nvCxnSpPr>
          <p:cNvPr id="31" name="直线箭头连接符 30">
            <a:extLst>
              <a:ext uri="{FF2B5EF4-FFF2-40B4-BE49-F238E27FC236}">
                <a16:creationId xmlns:a16="http://schemas.microsoft.com/office/drawing/2014/main" id="{EB575EE6-E074-2848-8C4E-C6A0BA474BF1}"/>
              </a:ext>
            </a:extLst>
          </p:cNvPr>
          <p:cNvCxnSpPr>
            <a:cxnSpLocks/>
          </p:cNvCxnSpPr>
          <p:nvPr/>
        </p:nvCxnSpPr>
        <p:spPr>
          <a:xfrm>
            <a:off x="3776713" y="2177743"/>
            <a:ext cx="0" cy="137593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61412210-76EB-184C-B0EF-0669C7F7170F}"/>
                  </a:ext>
                </a:extLst>
              </p:cNvPr>
              <p:cNvSpPr txBox="1"/>
              <p:nvPr/>
            </p:nvSpPr>
            <p:spPr>
              <a:xfrm>
                <a:off x="2784434" y="634071"/>
                <a:ext cx="498534" cy="727635"/>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zh-CN" altLang="en-US" sz="4400" b="0" i="1" smtClean="0">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kumimoji="1" lang="zh-CN" altLang="en-US" sz="4400" dirty="0">
                  <a:solidFill>
                    <a:srgbClr val="FF0000"/>
                  </a:solidFill>
                  <a:ea typeface="KaiTi" panose="02010609060101010101" pitchFamily="49" charset="-122"/>
                  <a:cs typeface="Times New Roman" panose="02020603050405020304" pitchFamily="18" charset="0"/>
                </a:endParaRPr>
              </a:p>
            </p:txBody>
          </p:sp>
        </mc:Choice>
        <mc:Fallback xmlns="">
          <p:sp>
            <p:nvSpPr>
              <p:cNvPr id="35" name="文本框 34">
                <a:extLst>
                  <a:ext uri="{FF2B5EF4-FFF2-40B4-BE49-F238E27FC236}">
                    <a16:creationId xmlns:a16="http://schemas.microsoft.com/office/drawing/2014/main" id="{61412210-76EB-184C-B0EF-0669C7F7170F}"/>
                  </a:ext>
                </a:extLst>
              </p:cNvPr>
              <p:cNvSpPr txBox="1">
                <a:spLocks noRot="1" noChangeAspect="1" noMove="1" noResize="1" noEditPoints="1" noAdjustHandles="1" noChangeArrowheads="1" noChangeShapeType="1" noTextEdit="1"/>
              </p:cNvSpPr>
              <p:nvPr/>
            </p:nvSpPr>
            <p:spPr>
              <a:xfrm>
                <a:off x="2784434" y="634071"/>
                <a:ext cx="498534" cy="727635"/>
              </a:xfrm>
              <a:prstGeom prst="rect">
                <a:avLst/>
              </a:prstGeom>
              <a:blipFill>
                <a:blip r:embed="rId8"/>
                <a:stretch>
                  <a:fillRect l="-42500" t="-11864" r="-42500" b="-18644"/>
                </a:stretch>
              </a:blipFill>
            </p:spPr>
            <p:txBody>
              <a:bodyPr/>
              <a:lstStyle/>
              <a:p>
                <a:r>
                  <a:rPr lang="zh-CN" altLang="en-US">
                    <a:noFill/>
                  </a:rPr>
                  <a:t> </a:t>
                </a:r>
              </a:p>
            </p:txBody>
          </p:sp>
        </mc:Fallback>
      </mc:AlternateContent>
      <p:graphicFrame>
        <p:nvGraphicFramePr>
          <p:cNvPr id="32" name="图示 31">
            <a:extLst>
              <a:ext uri="{FF2B5EF4-FFF2-40B4-BE49-F238E27FC236}">
                <a16:creationId xmlns:a16="http://schemas.microsoft.com/office/drawing/2014/main" id="{71D5E71F-E2AC-B646-9083-32499C74831A}"/>
              </a:ext>
            </a:extLst>
          </p:cNvPr>
          <p:cNvGraphicFramePr/>
          <p:nvPr>
            <p:extLst>
              <p:ext uri="{D42A27DB-BD31-4B8C-83A1-F6EECF244321}">
                <p14:modId xmlns:p14="http://schemas.microsoft.com/office/powerpoint/2010/main" val="904994335"/>
              </p:ext>
            </p:extLst>
          </p:nvPr>
        </p:nvGraphicFramePr>
        <p:xfrm>
          <a:off x="7622340" y="3456923"/>
          <a:ext cx="4221480" cy="2633471"/>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39" name="文本框 38">
            <a:extLst>
              <a:ext uri="{FF2B5EF4-FFF2-40B4-BE49-F238E27FC236}">
                <a16:creationId xmlns:a16="http://schemas.microsoft.com/office/drawing/2014/main" id="{AC29EF1A-C7C0-0C4E-BABB-86F3756D6BF7}"/>
              </a:ext>
            </a:extLst>
          </p:cNvPr>
          <p:cNvSpPr txBox="1"/>
          <p:nvPr/>
        </p:nvSpPr>
        <p:spPr>
          <a:xfrm>
            <a:off x="7285164" y="6270625"/>
            <a:ext cx="2404267" cy="400110"/>
          </a:xfrm>
          <a:prstGeom prst="rect">
            <a:avLst/>
          </a:prstGeom>
          <a:noFill/>
        </p:spPr>
        <p:txBody>
          <a:bodyPr wrap="square" rtlCol="0">
            <a:spAutoFit/>
          </a:bodyPr>
          <a:lstStyle/>
          <a:p>
            <a:r>
              <a:rPr kumimoji="1" lang="zh-CN" altLang="en-US" sz="2000" b="1" dirty="0">
                <a:solidFill>
                  <a:srgbClr val="C00000"/>
                </a:solidFill>
                <a:latin typeface="KaiTi" panose="02010609060101010101" pitchFamily="49" charset="-122"/>
                <a:ea typeface="KaiTi" panose="02010609060101010101" pitchFamily="49" charset="-122"/>
              </a:rPr>
              <a:t>数学思维</a:t>
            </a:r>
            <a:r>
              <a:rPr kumimoji="1" lang="en-US" altLang="zh-CN" sz="2000" b="1" dirty="0">
                <a:solidFill>
                  <a:srgbClr val="C00000"/>
                </a:solidFill>
                <a:latin typeface="KaiTi" panose="02010609060101010101" pitchFamily="49" charset="-122"/>
                <a:ea typeface="KaiTi" panose="02010609060101010101" pitchFamily="49" charset="-122"/>
              </a:rPr>
              <a:t>/</a:t>
            </a:r>
            <a:r>
              <a:rPr kumimoji="1" lang="zh-CN" altLang="en-US" sz="2000" b="1" dirty="0">
                <a:solidFill>
                  <a:srgbClr val="C00000"/>
                </a:solidFill>
                <a:latin typeface="KaiTi" panose="02010609060101010101" pitchFamily="49" charset="-122"/>
                <a:ea typeface="KaiTi" panose="02010609060101010101" pitchFamily="49" charset="-122"/>
              </a:rPr>
              <a:t>算法思维</a:t>
            </a:r>
          </a:p>
        </p:txBody>
      </p:sp>
      <p:sp>
        <p:nvSpPr>
          <p:cNvPr id="40" name="文本框 39">
            <a:extLst>
              <a:ext uri="{FF2B5EF4-FFF2-40B4-BE49-F238E27FC236}">
                <a16:creationId xmlns:a16="http://schemas.microsoft.com/office/drawing/2014/main" id="{20843222-2B22-5A42-B02A-717E131A02E9}"/>
              </a:ext>
            </a:extLst>
          </p:cNvPr>
          <p:cNvSpPr txBox="1"/>
          <p:nvPr/>
        </p:nvSpPr>
        <p:spPr>
          <a:xfrm>
            <a:off x="9689431" y="6297343"/>
            <a:ext cx="2502569" cy="400110"/>
          </a:xfrm>
          <a:prstGeom prst="rect">
            <a:avLst/>
          </a:prstGeom>
          <a:noFill/>
        </p:spPr>
        <p:txBody>
          <a:bodyPr wrap="square" rtlCol="0">
            <a:spAutoFit/>
          </a:bodyPr>
          <a:lstStyle/>
          <a:p>
            <a:r>
              <a:rPr kumimoji="1" lang="zh-CN" altLang="en-US" sz="2000" b="1" dirty="0">
                <a:solidFill>
                  <a:schemeClr val="accent2"/>
                </a:solidFill>
                <a:latin typeface="KaiTi" panose="02010609060101010101" pitchFamily="49" charset="-122"/>
                <a:ea typeface="KaiTi" panose="02010609060101010101" pitchFamily="49" charset="-122"/>
              </a:rPr>
              <a:t>算法实现</a:t>
            </a:r>
            <a:r>
              <a:rPr kumimoji="1" lang="en-US" altLang="zh-CN" sz="2000" b="1" dirty="0">
                <a:solidFill>
                  <a:schemeClr val="accent2"/>
                </a:solidFill>
                <a:latin typeface="KaiTi" panose="02010609060101010101" pitchFamily="49" charset="-122"/>
                <a:ea typeface="KaiTi" panose="02010609060101010101" pitchFamily="49" charset="-122"/>
              </a:rPr>
              <a:t>/</a:t>
            </a:r>
            <a:r>
              <a:rPr kumimoji="1" lang="zh-CN" altLang="en-US" sz="2000" b="1" dirty="0">
                <a:solidFill>
                  <a:schemeClr val="accent2"/>
                </a:solidFill>
                <a:latin typeface="KaiTi" panose="02010609060101010101" pitchFamily="49" charset="-122"/>
                <a:ea typeface="KaiTi" panose="02010609060101010101" pitchFamily="49" charset="-122"/>
              </a:rPr>
              <a:t>工程思维</a:t>
            </a:r>
          </a:p>
        </p:txBody>
      </p:sp>
      <p:sp>
        <p:nvSpPr>
          <p:cNvPr id="41" name="文本框 40">
            <a:extLst>
              <a:ext uri="{FF2B5EF4-FFF2-40B4-BE49-F238E27FC236}">
                <a16:creationId xmlns:a16="http://schemas.microsoft.com/office/drawing/2014/main" id="{7D10AF64-19AD-EA48-8856-C1DAE4E0082D}"/>
              </a:ext>
            </a:extLst>
          </p:cNvPr>
          <p:cNvSpPr txBox="1"/>
          <p:nvPr/>
        </p:nvSpPr>
        <p:spPr>
          <a:xfrm>
            <a:off x="9173348" y="3059462"/>
            <a:ext cx="1217000" cy="400110"/>
          </a:xfrm>
          <a:prstGeom prst="rect">
            <a:avLst/>
          </a:prstGeom>
          <a:noFill/>
        </p:spPr>
        <p:txBody>
          <a:bodyPr wrap="none" rtlCol="0">
            <a:spAutoFit/>
          </a:bodyPr>
          <a:lstStyle/>
          <a:p>
            <a:r>
              <a:rPr kumimoji="1" lang="zh-CN" altLang="en-US" sz="2000" b="1" dirty="0">
                <a:solidFill>
                  <a:schemeClr val="accent5"/>
                </a:solidFill>
                <a:latin typeface="KaiTi" panose="02010609060101010101" pitchFamily="49" charset="-122"/>
                <a:ea typeface="KaiTi" panose="02010609060101010101" pitchFamily="49" charset="-122"/>
              </a:rPr>
              <a:t>人工智能</a:t>
            </a:r>
          </a:p>
        </p:txBody>
      </p:sp>
      <p:sp>
        <p:nvSpPr>
          <p:cNvPr id="42" name="内容占位符 8">
            <a:extLst>
              <a:ext uri="{FF2B5EF4-FFF2-40B4-BE49-F238E27FC236}">
                <a16:creationId xmlns:a16="http://schemas.microsoft.com/office/drawing/2014/main" id="{76E3993D-BE99-CC4A-BE07-42A41F3C6880}"/>
              </a:ext>
            </a:extLst>
          </p:cNvPr>
          <p:cNvSpPr>
            <a:spLocks noGrp="1"/>
          </p:cNvSpPr>
          <p:nvPr>
            <p:ph idx="1"/>
          </p:nvPr>
        </p:nvSpPr>
        <p:spPr>
          <a:xfrm>
            <a:off x="4700710" y="1485980"/>
            <a:ext cx="3053648" cy="704178"/>
          </a:xfrm>
        </p:spPr>
        <p:txBody>
          <a:bodyPr>
            <a:normAutofit/>
          </a:bodyPr>
          <a:lstStyle/>
          <a:p>
            <a:r>
              <a:rPr lang="zh-CN" altLang="en-US" sz="2800" b="1" dirty="0">
                <a:solidFill>
                  <a:srgbClr val="0000FF"/>
                </a:solidFill>
              </a:rPr>
              <a:t>各种思维大拆解</a:t>
            </a:r>
          </a:p>
        </p:txBody>
      </p: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3901C41B-CF71-5447-9C48-0DDFD332C73D}"/>
                  </a:ext>
                </a:extLst>
              </p:cNvPr>
              <p:cNvSpPr txBox="1"/>
              <p:nvPr/>
            </p:nvSpPr>
            <p:spPr>
              <a:xfrm>
                <a:off x="3290131" y="953215"/>
                <a:ext cx="498534" cy="727635"/>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zh-CN" altLang="en-US" sz="4400" b="0" i="1" smtClean="0">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kumimoji="1" lang="zh-CN" altLang="en-US" sz="4400" dirty="0">
                  <a:solidFill>
                    <a:srgbClr val="FF0000"/>
                  </a:solidFill>
                  <a:ea typeface="KaiTi" panose="02010609060101010101" pitchFamily="49" charset="-122"/>
                  <a:cs typeface="Times New Roman" panose="02020603050405020304" pitchFamily="18" charset="0"/>
                </a:endParaRPr>
              </a:p>
            </p:txBody>
          </p:sp>
        </mc:Choice>
        <mc:Fallback xmlns="">
          <p:sp>
            <p:nvSpPr>
              <p:cNvPr id="43" name="文本框 42">
                <a:extLst>
                  <a:ext uri="{FF2B5EF4-FFF2-40B4-BE49-F238E27FC236}">
                    <a16:creationId xmlns:a16="http://schemas.microsoft.com/office/drawing/2014/main" id="{3901C41B-CF71-5447-9C48-0DDFD332C73D}"/>
                  </a:ext>
                </a:extLst>
              </p:cNvPr>
              <p:cNvSpPr txBox="1">
                <a:spLocks noRot="1" noChangeAspect="1" noMove="1" noResize="1" noEditPoints="1" noAdjustHandles="1" noChangeArrowheads="1" noChangeShapeType="1" noTextEdit="1"/>
              </p:cNvSpPr>
              <p:nvPr/>
            </p:nvSpPr>
            <p:spPr>
              <a:xfrm>
                <a:off x="3290131" y="953215"/>
                <a:ext cx="498534" cy="727635"/>
              </a:xfrm>
              <a:prstGeom prst="rect">
                <a:avLst/>
              </a:prstGeom>
              <a:blipFill>
                <a:blip r:embed="rId14"/>
                <a:stretch>
                  <a:fillRect l="-42500" t="-10169" r="-40000" b="-1864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F8F62C71-D1E3-F44E-8498-D6DA2D4974AD}"/>
                  </a:ext>
                </a:extLst>
              </p:cNvPr>
              <p:cNvSpPr txBox="1"/>
              <p:nvPr/>
            </p:nvSpPr>
            <p:spPr>
              <a:xfrm>
                <a:off x="1962313" y="3566149"/>
                <a:ext cx="498534" cy="727635"/>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zh-CN" altLang="en-US" sz="4400" b="0" i="1" smtClean="0">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kumimoji="1" lang="zh-CN" altLang="en-US" sz="4400" dirty="0">
                  <a:solidFill>
                    <a:srgbClr val="FF0000"/>
                  </a:solidFill>
                  <a:ea typeface="KaiTi" panose="02010609060101010101" pitchFamily="49" charset="-122"/>
                  <a:cs typeface="Times New Roman" panose="02020603050405020304" pitchFamily="18" charset="0"/>
                </a:endParaRPr>
              </a:p>
            </p:txBody>
          </p:sp>
        </mc:Choice>
        <mc:Fallback xmlns="">
          <p:sp>
            <p:nvSpPr>
              <p:cNvPr id="44" name="文本框 43">
                <a:extLst>
                  <a:ext uri="{FF2B5EF4-FFF2-40B4-BE49-F238E27FC236}">
                    <a16:creationId xmlns:a16="http://schemas.microsoft.com/office/drawing/2014/main" id="{F8F62C71-D1E3-F44E-8498-D6DA2D4974AD}"/>
                  </a:ext>
                </a:extLst>
              </p:cNvPr>
              <p:cNvSpPr txBox="1">
                <a:spLocks noRot="1" noChangeAspect="1" noMove="1" noResize="1" noEditPoints="1" noAdjustHandles="1" noChangeArrowheads="1" noChangeShapeType="1" noTextEdit="1"/>
              </p:cNvSpPr>
              <p:nvPr/>
            </p:nvSpPr>
            <p:spPr>
              <a:xfrm>
                <a:off x="1962313" y="3566149"/>
                <a:ext cx="498534" cy="727635"/>
              </a:xfrm>
              <a:prstGeom prst="rect">
                <a:avLst/>
              </a:prstGeom>
              <a:blipFill>
                <a:blip r:embed="rId15"/>
                <a:stretch>
                  <a:fillRect l="-42500" t="-12069" r="-42500" b="-206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7F94514B-0A67-1E44-81BB-F00DA91D53B8}"/>
                  </a:ext>
                </a:extLst>
              </p:cNvPr>
              <p:cNvSpPr txBox="1"/>
              <p:nvPr/>
            </p:nvSpPr>
            <p:spPr>
              <a:xfrm>
                <a:off x="3397582" y="4641056"/>
                <a:ext cx="498534" cy="727635"/>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zh-CN" altLang="en-US" sz="4400" b="0" i="1" smtClean="0">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kumimoji="1" lang="zh-CN" altLang="en-US" sz="4400" dirty="0">
                  <a:solidFill>
                    <a:srgbClr val="FF0000"/>
                  </a:solidFill>
                  <a:ea typeface="KaiTi" panose="02010609060101010101" pitchFamily="49" charset="-122"/>
                  <a:cs typeface="Times New Roman" panose="02020603050405020304" pitchFamily="18" charset="0"/>
                </a:endParaRPr>
              </a:p>
            </p:txBody>
          </p:sp>
        </mc:Choice>
        <mc:Fallback xmlns="">
          <p:sp>
            <p:nvSpPr>
              <p:cNvPr id="45" name="文本框 44">
                <a:extLst>
                  <a:ext uri="{FF2B5EF4-FFF2-40B4-BE49-F238E27FC236}">
                    <a16:creationId xmlns:a16="http://schemas.microsoft.com/office/drawing/2014/main" id="{7F94514B-0A67-1E44-81BB-F00DA91D53B8}"/>
                  </a:ext>
                </a:extLst>
              </p:cNvPr>
              <p:cNvSpPr txBox="1">
                <a:spLocks noRot="1" noChangeAspect="1" noMove="1" noResize="1" noEditPoints="1" noAdjustHandles="1" noChangeArrowheads="1" noChangeShapeType="1" noTextEdit="1"/>
              </p:cNvSpPr>
              <p:nvPr/>
            </p:nvSpPr>
            <p:spPr>
              <a:xfrm>
                <a:off x="3397582" y="4641056"/>
                <a:ext cx="498534" cy="727635"/>
              </a:xfrm>
              <a:prstGeom prst="rect">
                <a:avLst/>
              </a:prstGeom>
              <a:blipFill>
                <a:blip r:embed="rId16"/>
                <a:stretch>
                  <a:fillRect l="-40000" t="-12069" r="-42500" b="-206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E28A262A-2C24-D443-AD84-222C909AFEDA}"/>
                  </a:ext>
                </a:extLst>
              </p:cNvPr>
              <p:cNvSpPr txBox="1"/>
              <p:nvPr/>
            </p:nvSpPr>
            <p:spPr>
              <a:xfrm>
                <a:off x="3356247" y="2565836"/>
                <a:ext cx="498534" cy="727635"/>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zh-CN" altLang="en-US" sz="4400" b="0" i="1" smtClean="0">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kumimoji="1" lang="zh-CN" altLang="en-US" sz="4400" dirty="0">
                  <a:solidFill>
                    <a:srgbClr val="FF0000"/>
                  </a:solidFill>
                  <a:ea typeface="KaiTi" panose="02010609060101010101" pitchFamily="49" charset="-122"/>
                  <a:cs typeface="Times New Roman" panose="02020603050405020304" pitchFamily="18" charset="0"/>
                </a:endParaRPr>
              </a:p>
            </p:txBody>
          </p:sp>
        </mc:Choice>
        <mc:Fallback xmlns="">
          <p:sp>
            <p:nvSpPr>
              <p:cNvPr id="46" name="文本框 45">
                <a:extLst>
                  <a:ext uri="{FF2B5EF4-FFF2-40B4-BE49-F238E27FC236}">
                    <a16:creationId xmlns:a16="http://schemas.microsoft.com/office/drawing/2014/main" id="{E28A262A-2C24-D443-AD84-222C909AFEDA}"/>
                  </a:ext>
                </a:extLst>
              </p:cNvPr>
              <p:cNvSpPr txBox="1">
                <a:spLocks noRot="1" noChangeAspect="1" noMove="1" noResize="1" noEditPoints="1" noAdjustHandles="1" noChangeArrowheads="1" noChangeShapeType="1" noTextEdit="1"/>
              </p:cNvSpPr>
              <p:nvPr/>
            </p:nvSpPr>
            <p:spPr>
              <a:xfrm>
                <a:off x="3356247" y="2565836"/>
                <a:ext cx="498534" cy="727635"/>
              </a:xfrm>
              <a:prstGeom prst="rect">
                <a:avLst/>
              </a:prstGeom>
              <a:blipFill>
                <a:blip r:embed="rId8"/>
                <a:stretch>
                  <a:fillRect l="-42500" t="-13793" r="-42500" b="-18966"/>
                </a:stretch>
              </a:blipFill>
            </p:spPr>
            <p:txBody>
              <a:bodyPr/>
              <a:lstStyle/>
              <a:p>
                <a:r>
                  <a:rPr lang="zh-CN" altLang="en-US">
                    <a:noFill/>
                  </a:rPr>
                  <a:t> </a:t>
                </a:r>
              </a:p>
            </p:txBody>
          </p:sp>
        </mc:Fallback>
      </mc:AlternateContent>
      <p:graphicFrame>
        <p:nvGraphicFramePr>
          <p:cNvPr id="29" name="内容占位符 7">
            <a:extLst>
              <a:ext uri="{FF2B5EF4-FFF2-40B4-BE49-F238E27FC236}">
                <a16:creationId xmlns:a16="http://schemas.microsoft.com/office/drawing/2014/main" id="{91E99EF2-3B0F-924D-A6F6-AFF1FF5553A9}"/>
              </a:ext>
            </a:extLst>
          </p:cNvPr>
          <p:cNvGraphicFramePr>
            <a:graphicFrameLocks/>
          </p:cNvGraphicFramePr>
          <p:nvPr>
            <p:extLst>
              <p:ext uri="{D42A27DB-BD31-4B8C-83A1-F6EECF244321}">
                <p14:modId xmlns:p14="http://schemas.microsoft.com/office/powerpoint/2010/main" val="4079105215"/>
              </p:ext>
            </p:extLst>
          </p:nvPr>
        </p:nvGraphicFramePr>
        <p:xfrm>
          <a:off x="8268199" y="98558"/>
          <a:ext cx="3213565" cy="2762174"/>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33" name="文本框 32">
            <a:extLst>
              <a:ext uri="{FF2B5EF4-FFF2-40B4-BE49-F238E27FC236}">
                <a16:creationId xmlns:a16="http://schemas.microsoft.com/office/drawing/2014/main" id="{30B91289-7332-9C49-8330-F47DCC27A55D}"/>
              </a:ext>
            </a:extLst>
          </p:cNvPr>
          <p:cNvSpPr txBox="1"/>
          <p:nvPr/>
        </p:nvSpPr>
        <p:spPr>
          <a:xfrm>
            <a:off x="8014712" y="1122236"/>
            <a:ext cx="3669288" cy="1817048"/>
          </a:xfrm>
          <a:prstGeom prst="rect">
            <a:avLst/>
          </a:prstGeom>
          <a:noFill/>
          <a:ln w="38100">
            <a:solidFill>
              <a:srgbClr val="FF0000"/>
            </a:solidFill>
          </a:ln>
        </p:spPr>
        <p:txBody>
          <a:bodyPr wrap="square" rtlCol="0">
            <a:spAutoFit/>
          </a:bodyPr>
          <a:lstStyle/>
          <a:p>
            <a:pPr algn="l"/>
            <a:endParaRPr kumimoji="1" lang="zh-CN" altLang="en-US" sz="2400" dirty="0">
              <a:ea typeface="KaiTi" panose="02010609060101010101" pitchFamily="49" charset="-122"/>
              <a:cs typeface="Times New Roman" panose="02020603050405020304" pitchFamily="18" charset="0"/>
            </a:endParaRPr>
          </a:p>
        </p:txBody>
      </p:sp>
      <p:cxnSp>
        <p:nvCxnSpPr>
          <p:cNvPr id="4" name="直线箭头连接符 3">
            <a:extLst>
              <a:ext uri="{FF2B5EF4-FFF2-40B4-BE49-F238E27FC236}">
                <a16:creationId xmlns:a16="http://schemas.microsoft.com/office/drawing/2014/main" id="{DEDBB87F-91D3-2846-BAD0-D9B61B74B1BF}"/>
              </a:ext>
            </a:extLst>
          </p:cNvPr>
          <p:cNvCxnSpPr>
            <a:cxnSpLocks/>
          </p:cNvCxnSpPr>
          <p:nvPr/>
        </p:nvCxnSpPr>
        <p:spPr>
          <a:xfrm flipV="1">
            <a:off x="8177327" y="2939284"/>
            <a:ext cx="541739" cy="2437817"/>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3262AAF4-53F7-9B4C-B61F-212DE99207F9}"/>
              </a:ext>
            </a:extLst>
          </p:cNvPr>
          <p:cNvSpPr txBox="1"/>
          <p:nvPr/>
        </p:nvSpPr>
        <p:spPr>
          <a:xfrm>
            <a:off x="4044066" y="2110545"/>
            <a:ext cx="3578247" cy="2981001"/>
          </a:xfrm>
          <a:prstGeom prst="rect">
            <a:avLst/>
          </a:prstGeom>
          <a:noFill/>
          <a:ln w="38100">
            <a:solidFill>
              <a:srgbClr val="FF0000"/>
            </a:solidFill>
          </a:ln>
        </p:spPr>
        <p:txBody>
          <a:bodyPr wrap="square" rtlCol="0">
            <a:spAutoFit/>
          </a:bodyPr>
          <a:lstStyle/>
          <a:p>
            <a:pPr algn="l"/>
            <a:endParaRPr kumimoji="1" lang="zh-CN" altLang="en-US" sz="2400" dirty="0">
              <a:ea typeface="KaiT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188860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855F7F27-8978-0941-BE42-E0D66F5107FA}"/>
              </a:ext>
            </a:extLst>
          </p:cNvPr>
          <p:cNvSpPr>
            <a:spLocks noGrp="1"/>
          </p:cNvSpPr>
          <p:nvPr>
            <p:ph type="title"/>
          </p:nvPr>
        </p:nvSpPr>
        <p:spPr/>
        <p:txBody>
          <a:bodyPr/>
          <a:lstStyle/>
          <a:p>
            <a:r>
              <a:rPr lang="zh-CN" altLang="en-US" dirty="0"/>
              <a:t>紧跟</a:t>
            </a:r>
            <a:r>
              <a:rPr lang="en-US" altLang="zh-CN" dirty="0"/>
              <a:t>AI</a:t>
            </a:r>
            <a:r>
              <a:rPr lang="zh-CN" altLang="en-US" dirty="0"/>
              <a:t>前沿成果</a:t>
            </a:r>
          </a:p>
        </p:txBody>
      </p:sp>
      <p:pic>
        <p:nvPicPr>
          <p:cNvPr id="8" name="Picture 2" descr="图片">
            <a:extLst>
              <a:ext uri="{FF2B5EF4-FFF2-40B4-BE49-F238E27FC236}">
                <a16:creationId xmlns:a16="http://schemas.microsoft.com/office/drawing/2014/main" id="{48724240-4EA4-3847-833B-0509036E8A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00" y="61713"/>
            <a:ext cx="7213600" cy="3390392"/>
          </a:xfrm>
          <a:prstGeom prst="rect">
            <a:avLst/>
          </a:prstGeom>
          <a:noFill/>
          <a:extLst>
            <a:ext uri="{909E8E84-426E-40DD-AFC4-6F175D3DCCD1}">
              <a14:hiddenFill xmlns:a14="http://schemas.microsoft.com/office/drawing/2010/main">
                <a:solidFill>
                  <a:srgbClr val="FFFFFF"/>
                </a:solidFill>
              </a14:hiddenFill>
            </a:ext>
          </a:extLst>
        </p:spPr>
      </p:pic>
      <p:sp>
        <p:nvSpPr>
          <p:cNvPr id="10" name="内容占位符 2">
            <a:extLst>
              <a:ext uri="{FF2B5EF4-FFF2-40B4-BE49-F238E27FC236}">
                <a16:creationId xmlns:a16="http://schemas.microsoft.com/office/drawing/2014/main" id="{AA17A2E4-2404-564C-979A-A83789125236}"/>
              </a:ext>
            </a:extLst>
          </p:cNvPr>
          <p:cNvSpPr txBox="1">
            <a:spLocks/>
          </p:cNvSpPr>
          <p:nvPr/>
        </p:nvSpPr>
        <p:spPr>
          <a:xfrm>
            <a:off x="687971" y="1604509"/>
            <a:ext cx="429042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CN" sz="2000" dirty="0">
              <a:solidFill>
                <a:srgbClr val="222222"/>
              </a:solidFill>
              <a:latin typeface="Arial" panose="020B0604020202020204" pitchFamily="34" charset="0"/>
            </a:endParaRPr>
          </a:p>
        </p:txBody>
      </p:sp>
      <p:sp>
        <p:nvSpPr>
          <p:cNvPr id="11" name="标题 1">
            <a:extLst>
              <a:ext uri="{FF2B5EF4-FFF2-40B4-BE49-F238E27FC236}">
                <a16:creationId xmlns:a16="http://schemas.microsoft.com/office/drawing/2014/main" id="{5F116C37-6B70-C640-8782-402058E34197}"/>
              </a:ext>
            </a:extLst>
          </p:cNvPr>
          <p:cNvSpPr txBox="1">
            <a:spLocks/>
          </p:cNvSpPr>
          <p:nvPr/>
        </p:nvSpPr>
        <p:spPr>
          <a:xfrm>
            <a:off x="602208" y="43134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1pPr>
          </a:lstStyle>
          <a:p>
            <a:endParaRPr kumimoji="1" lang="zh-CN" altLang="en-US" dirty="0"/>
          </a:p>
        </p:txBody>
      </p:sp>
      <p:pic>
        <p:nvPicPr>
          <p:cNvPr id="9" name="Picture 6" descr="图片">
            <a:extLst>
              <a:ext uri="{FF2B5EF4-FFF2-40B4-BE49-F238E27FC236}">
                <a16:creationId xmlns:a16="http://schemas.microsoft.com/office/drawing/2014/main" id="{1D2D4F8C-7A85-234F-8D4B-7A749686C1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991" y="1604509"/>
            <a:ext cx="4111048" cy="527621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Google's Gemini AI Model: The Future of Natural Language Processing ...">
            <a:extLst>
              <a:ext uri="{FF2B5EF4-FFF2-40B4-BE49-F238E27FC236}">
                <a16:creationId xmlns:a16="http://schemas.microsoft.com/office/drawing/2014/main" id="{3DB90FEF-450B-6B43-9465-8EB175EA42B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745" b="8378"/>
          <a:stretch/>
        </p:blipFill>
        <p:spPr bwMode="auto">
          <a:xfrm>
            <a:off x="6668188" y="4058128"/>
            <a:ext cx="5019449" cy="27381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2664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855F7F27-8978-0941-BE42-E0D66F5107FA}"/>
              </a:ext>
            </a:extLst>
          </p:cNvPr>
          <p:cNvSpPr>
            <a:spLocks noGrp="1"/>
          </p:cNvSpPr>
          <p:nvPr>
            <p:ph type="title"/>
          </p:nvPr>
        </p:nvSpPr>
        <p:spPr>
          <a:xfrm>
            <a:off x="160995" y="-331975"/>
            <a:ext cx="10515600" cy="1325563"/>
          </a:xfrm>
        </p:spPr>
        <p:txBody>
          <a:bodyPr>
            <a:normAutofit/>
          </a:bodyPr>
          <a:lstStyle/>
          <a:p>
            <a:r>
              <a:rPr lang="en-US" altLang="zh-CN" b="0" dirty="0" err="1"/>
              <a:t>ChatGPT</a:t>
            </a:r>
            <a:r>
              <a:rPr lang="zh-CN" altLang="en-US" b="0" dirty="0"/>
              <a:t>加入数学家的工作</a:t>
            </a:r>
          </a:p>
        </p:txBody>
      </p:sp>
      <p:sp>
        <p:nvSpPr>
          <p:cNvPr id="7" name="文本框 6">
            <a:extLst>
              <a:ext uri="{FF2B5EF4-FFF2-40B4-BE49-F238E27FC236}">
                <a16:creationId xmlns:a16="http://schemas.microsoft.com/office/drawing/2014/main" id="{FA190907-9883-CA4E-AD92-E8A0264F7A6C}"/>
              </a:ext>
            </a:extLst>
          </p:cNvPr>
          <p:cNvSpPr txBox="1"/>
          <p:nvPr/>
        </p:nvSpPr>
        <p:spPr>
          <a:xfrm>
            <a:off x="290666" y="808922"/>
            <a:ext cx="4028768" cy="369332"/>
          </a:xfrm>
          <a:prstGeom prst="rect">
            <a:avLst/>
          </a:prstGeom>
          <a:noFill/>
        </p:spPr>
        <p:txBody>
          <a:bodyPr wrap="square">
            <a:spAutoFit/>
          </a:bodyPr>
          <a:lstStyle/>
          <a:p>
            <a:r>
              <a:rPr lang="en-US" altLang="zh-CN" b="0" i="0" dirty="0">
                <a:solidFill>
                  <a:srgbClr val="333333"/>
                </a:solidFill>
                <a:effectLst/>
                <a:latin typeface="Times New Roman" panose="02020603050405020304" pitchFamily="18" charset="0"/>
                <a:ea typeface="KaiTi" panose="02010609060101010101" pitchFamily="49" charset="-122"/>
                <a:cs typeface="Times New Roman" panose="02020603050405020304" pitchFamily="18" charset="0"/>
              </a:rPr>
              <a:t>2022.11</a:t>
            </a:r>
            <a:r>
              <a:rPr lang="zh-CN" altLang="en-US" b="0" i="0" dirty="0">
                <a:solidFill>
                  <a:srgbClr val="333333"/>
                </a:solidFill>
                <a:effectLst/>
                <a:latin typeface="Times New Roman" panose="02020603050405020304" pitchFamily="18" charset="0"/>
                <a:ea typeface="KaiTi" panose="02010609060101010101" pitchFamily="49" charset="-122"/>
                <a:cs typeface="Times New Roman" panose="02020603050405020304" pitchFamily="18" charset="0"/>
              </a:rPr>
              <a:t> </a:t>
            </a:r>
            <a:r>
              <a:rPr lang="en-US" altLang="zh-CN" b="0" i="0" dirty="0">
                <a:solidFill>
                  <a:srgbClr val="333333"/>
                </a:solidFill>
                <a:effectLst/>
                <a:latin typeface="Times New Roman" panose="02020603050405020304" pitchFamily="18" charset="0"/>
                <a:ea typeface="KaiTi" panose="02010609060101010101" pitchFamily="49" charset="-122"/>
                <a:cs typeface="Times New Roman" panose="02020603050405020304" pitchFamily="18" charset="0"/>
              </a:rPr>
              <a:t>DeepMind</a:t>
            </a:r>
            <a:r>
              <a:rPr lang="zh-CN" altLang="en-US" b="0" i="0" dirty="0">
                <a:solidFill>
                  <a:srgbClr val="333333"/>
                </a:solidFill>
                <a:effectLst/>
                <a:latin typeface="Times New Roman" panose="02020603050405020304" pitchFamily="18" charset="0"/>
                <a:ea typeface="KaiTi" panose="02010609060101010101" pitchFamily="49" charset="-122"/>
                <a:cs typeface="Times New Roman" panose="02020603050405020304" pitchFamily="18" charset="0"/>
              </a:rPr>
              <a:t>推出的</a:t>
            </a:r>
            <a:r>
              <a:rPr lang="en-US" altLang="zh-CN" b="0" i="0" dirty="0" err="1">
                <a:solidFill>
                  <a:srgbClr val="333333"/>
                </a:solidFill>
                <a:effectLst/>
                <a:latin typeface="Times New Roman" panose="02020603050405020304" pitchFamily="18" charset="0"/>
                <a:ea typeface="KaiTi" panose="02010609060101010101" pitchFamily="49" charset="-122"/>
                <a:cs typeface="Times New Roman" panose="02020603050405020304" pitchFamily="18" charset="0"/>
              </a:rPr>
              <a:t>AlphaTensor</a:t>
            </a:r>
            <a:endParaRPr lang="zh-CN"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8" name="文本框 7">
            <a:extLst>
              <a:ext uri="{FF2B5EF4-FFF2-40B4-BE49-F238E27FC236}">
                <a16:creationId xmlns:a16="http://schemas.microsoft.com/office/drawing/2014/main" id="{A4DBDB84-247E-CB45-800C-5ECBBB2B076A}"/>
              </a:ext>
            </a:extLst>
          </p:cNvPr>
          <p:cNvSpPr txBox="1"/>
          <p:nvPr/>
        </p:nvSpPr>
        <p:spPr>
          <a:xfrm>
            <a:off x="5806956" y="794884"/>
            <a:ext cx="6094378" cy="646331"/>
          </a:xfrm>
          <a:prstGeom prst="rect">
            <a:avLst/>
          </a:prstGeom>
          <a:noFill/>
        </p:spPr>
        <p:txBody>
          <a:bodyPr wrap="square">
            <a:spAutoFit/>
          </a:bodyPr>
          <a:lstStyle/>
          <a:p>
            <a:pPr algn="l"/>
            <a:r>
              <a:rPr lang="en-US" altLang="zh-CN" b="0" i="0" dirty="0">
                <a:solidFill>
                  <a:srgbClr val="333333"/>
                </a:solidFill>
                <a:effectLst/>
                <a:latin typeface="Times New Roman" panose="02020603050405020304" pitchFamily="18" charset="0"/>
                <a:ea typeface="KaiTi" panose="02010609060101010101" pitchFamily="49" charset="-122"/>
                <a:cs typeface="Times New Roman" panose="02020603050405020304" pitchFamily="18" charset="0"/>
              </a:rPr>
              <a:t>2023.12</a:t>
            </a:r>
            <a:r>
              <a:rPr lang="zh-CN" altLang="en-US" b="0" i="0" dirty="0">
                <a:solidFill>
                  <a:srgbClr val="333333"/>
                </a:solidFill>
                <a:effectLst/>
                <a:latin typeface="Times New Roman" panose="02020603050405020304" pitchFamily="18" charset="0"/>
                <a:ea typeface="KaiTi" panose="02010609060101010101" pitchFamily="49" charset="-122"/>
                <a:cs typeface="Times New Roman" panose="02020603050405020304" pitchFamily="18" charset="0"/>
              </a:rPr>
              <a:t>：第一次证明基于大模型的系统可以超越数学家和计算机科学家的认知。</a:t>
            </a:r>
          </a:p>
        </p:txBody>
      </p:sp>
      <p:pic>
        <p:nvPicPr>
          <p:cNvPr id="3" name="图片 2">
            <a:extLst>
              <a:ext uri="{FF2B5EF4-FFF2-40B4-BE49-F238E27FC236}">
                <a16:creationId xmlns:a16="http://schemas.microsoft.com/office/drawing/2014/main" id="{F8751E97-64ED-D648-B5DF-C89FFD5382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0716" y="1441215"/>
            <a:ext cx="4610100" cy="3835400"/>
          </a:xfrm>
          <a:prstGeom prst="rect">
            <a:avLst/>
          </a:prstGeom>
        </p:spPr>
      </p:pic>
      <p:pic>
        <p:nvPicPr>
          <p:cNvPr id="9" name="图片 8">
            <a:extLst>
              <a:ext uri="{FF2B5EF4-FFF2-40B4-BE49-F238E27FC236}">
                <a16:creationId xmlns:a16="http://schemas.microsoft.com/office/drawing/2014/main" id="{9F5B61D2-484A-DE46-9138-56CC3CC4F4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995" y="1178254"/>
            <a:ext cx="4902200" cy="2679700"/>
          </a:xfrm>
          <a:prstGeom prst="rect">
            <a:avLst/>
          </a:prstGeom>
        </p:spPr>
      </p:pic>
      <p:pic>
        <p:nvPicPr>
          <p:cNvPr id="11" name="图片 10">
            <a:extLst>
              <a:ext uri="{FF2B5EF4-FFF2-40B4-BE49-F238E27FC236}">
                <a16:creationId xmlns:a16="http://schemas.microsoft.com/office/drawing/2014/main" id="{18305C34-BF61-894B-ACDB-7F7DFD5997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3966649"/>
            <a:ext cx="5063195" cy="2891351"/>
          </a:xfrm>
          <a:prstGeom prst="rect">
            <a:avLst/>
          </a:prstGeom>
        </p:spPr>
      </p:pic>
      <p:sp>
        <p:nvSpPr>
          <p:cNvPr id="12" name="文本框 11">
            <a:extLst>
              <a:ext uri="{FF2B5EF4-FFF2-40B4-BE49-F238E27FC236}">
                <a16:creationId xmlns:a16="http://schemas.microsoft.com/office/drawing/2014/main" id="{AC1EEEC9-D17F-3948-BBAB-67BF58088E9A}"/>
              </a:ext>
            </a:extLst>
          </p:cNvPr>
          <p:cNvSpPr txBox="1"/>
          <p:nvPr/>
        </p:nvSpPr>
        <p:spPr>
          <a:xfrm>
            <a:off x="6177215" y="5276615"/>
            <a:ext cx="5353860" cy="1200329"/>
          </a:xfrm>
          <a:prstGeom prst="rect">
            <a:avLst/>
          </a:prstGeom>
          <a:noFill/>
        </p:spPr>
        <p:txBody>
          <a:bodyPr wrap="square">
            <a:spAutoFit/>
          </a:bodyPr>
          <a:lstStyle/>
          <a:p>
            <a:pPr algn="l"/>
            <a:r>
              <a:rPr lang="zh-CN" altLang="en-US" sz="2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人类智能与</a:t>
            </a:r>
            <a:r>
              <a:rPr lang="en-US" altLang="zh-CN" sz="2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AI</a:t>
            </a:r>
            <a:r>
              <a:rPr lang="zh-CN" altLang="en-US" sz="2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智能各有擅长</a:t>
            </a:r>
            <a:endParaRPr lang="en-US" altLang="zh-CN" sz="2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algn="l"/>
            <a:endParaRPr lang="en-US" altLang="zh-CN" sz="2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endParaRPr>
          </a:p>
          <a:p>
            <a:pPr algn="l"/>
            <a:r>
              <a:rPr lang="zh-CN" altLang="en-US" sz="2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人类数学家与</a:t>
            </a:r>
            <a:r>
              <a:rPr lang="en-US" altLang="zh-CN" sz="2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AI</a:t>
            </a:r>
            <a:r>
              <a:rPr lang="zh-CN" altLang="en-US" sz="24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接力，勇攀科学高峰</a:t>
            </a:r>
            <a:endParaRPr lang="zh-CN" altLang="en-US" sz="2400" b="0" i="0" dirty="0">
              <a:solidFill>
                <a:srgbClr val="C00000"/>
              </a:solidFill>
              <a:effectLst/>
              <a:latin typeface="Times New Roman" panose="02020603050405020304" pitchFamily="18" charset="0"/>
              <a:ea typeface="KaiT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687670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DE6B5A-A19B-AA4D-90BD-E9621DE70614}"/>
              </a:ext>
            </a:extLst>
          </p:cNvPr>
          <p:cNvSpPr>
            <a:spLocks noGrp="1"/>
          </p:cNvSpPr>
          <p:nvPr>
            <p:ph type="title"/>
          </p:nvPr>
        </p:nvSpPr>
        <p:spPr/>
        <p:txBody>
          <a:bodyPr/>
          <a:lstStyle/>
          <a:p>
            <a:r>
              <a:rPr kumimoji="1" lang="zh-CN" altLang="en-US" dirty="0"/>
              <a:t>警惕各种自媒体的夸大其词，</a:t>
            </a:r>
            <a:br>
              <a:rPr kumimoji="1" lang="en-US" altLang="zh-CN" dirty="0"/>
            </a:br>
            <a:r>
              <a:rPr kumimoji="1" lang="zh-CN" altLang="en-US" dirty="0"/>
              <a:t>需要人工智能的数学思维</a:t>
            </a:r>
          </a:p>
        </p:txBody>
      </p:sp>
      <p:pic>
        <p:nvPicPr>
          <p:cNvPr id="5" name="内容占位符 4">
            <a:extLst>
              <a:ext uri="{FF2B5EF4-FFF2-40B4-BE49-F238E27FC236}">
                <a16:creationId xmlns:a16="http://schemas.microsoft.com/office/drawing/2014/main" id="{30D11982-E2D3-C34F-AAB1-9A0CD3BF020D}"/>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1419" t="19584" r="30694" b="23539"/>
          <a:stretch/>
        </p:blipFill>
        <p:spPr>
          <a:xfrm>
            <a:off x="9097108" y="0"/>
            <a:ext cx="3094892" cy="2903870"/>
          </a:xfrm>
        </p:spPr>
      </p:pic>
      <p:pic>
        <p:nvPicPr>
          <p:cNvPr id="7" name="图片 6">
            <a:extLst>
              <a:ext uri="{FF2B5EF4-FFF2-40B4-BE49-F238E27FC236}">
                <a16:creationId xmlns:a16="http://schemas.microsoft.com/office/drawing/2014/main" id="{8391E98E-BC7E-7140-B3C7-1207D6A66599}"/>
              </a:ext>
            </a:extLst>
          </p:cNvPr>
          <p:cNvPicPr>
            <a:picLocks noChangeAspect="1"/>
          </p:cNvPicPr>
          <p:nvPr/>
        </p:nvPicPr>
        <p:blipFill rotWithShape="1">
          <a:blip r:embed="rId3">
            <a:extLst>
              <a:ext uri="{28A0092B-C50C-407E-A947-70E740481C1C}">
                <a14:useLocalDpi xmlns:a14="http://schemas.microsoft.com/office/drawing/2010/main" val="0"/>
              </a:ext>
            </a:extLst>
          </a:blip>
          <a:srcRect l="16125" r="13231" b="6750"/>
          <a:stretch/>
        </p:blipFill>
        <p:spPr>
          <a:xfrm>
            <a:off x="0" y="2393015"/>
            <a:ext cx="4279927" cy="4464985"/>
          </a:xfrm>
          <a:prstGeom prst="rect">
            <a:avLst/>
          </a:prstGeom>
        </p:spPr>
      </p:pic>
      <p:pic>
        <p:nvPicPr>
          <p:cNvPr id="9" name="图片 8">
            <a:extLst>
              <a:ext uri="{FF2B5EF4-FFF2-40B4-BE49-F238E27FC236}">
                <a16:creationId xmlns:a16="http://schemas.microsoft.com/office/drawing/2014/main" id="{45A468B3-EE9D-CC41-9A34-BF58A9D496E4}"/>
              </a:ext>
            </a:extLst>
          </p:cNvPr>
          <p:cNvPicPr>
            <a:picLocks noChangeAspect="1"/>
          </p:cNvPicPr>
          <p:nvPr/>
        </p:nvPicPr>
        <p:blipFill rotWithShape="1">
          <a:blip r:embed="rId4">
            <a:extLst>
              <a:ext uri="{28A0092B-C50C-407E-A947-70E740481C1C}">
                <a14:useLocalDpi xmlns:a14="http://schemas.microsoft.com/office/drawing/2010/main" val="0"/>
              </a:ext>
            </a:extLst>
          </a:blip>
          <a:srcRect r="7811" b="3887"/>
          <a:stretch/>
        </p:blipFill>
        <p:spPr>
          <a:xfrm>
            <a:off x="4649204" y="2393014"/>
            <a:ext cx="4447904" cy="4464986"/>
          </a:xfrm>
          <a:prstGeom prst="rect">
            <a:avLst/>
          </a:prstGeom>
        </p:spPr>
      </p:pic>
      <p:sp>
        <p:nvSpPr>
          <p:cNvPr id="10" name="文本框 9">
            <a:extLst>
              <a:ext uri="{FF2B5EF4-FFF2-40B4-BE49-F238E27FC236}">
                <a16:creationId xmlns:a16="http://schemas.microsoft.com/office/drawing/2014/main" id="{23319F80-6292-EB4C-A382-1F9C18FDDB81}"/>
              </a:ext>
            </a:extLst>
          </p:cNvPr>
          <p:cNvSpPr txBox="1"/>
          <p:nvPr/>
        </p:nvSpPr>
        <p:spPr>
          <a:xfrm>
            <a:off x="9237785" y="3911439"/>
            <a:ext cx="3094892" cy="1938992"/>
          </a:xfrm>
          <a:prstGeom prst="rect">
            <a:avLst/>
          </a:prstGeom>
          <a:noFill/>
        </p:spPr>
        <p:txBody>
          <a:bodyPr wrap="square" rtlCol="0">
            <a:spAutoFit/>
          </a:bodyPr>
          <a:lstStyle/>
          <a:p>
            <a:pPr algn="l"/>
            <a:r>
              <a:rPr kumimoji="1" lang="zh-CN" altLang="en-US" sz="2400" b="1" dirty="0">
                <a:solidFill>
                  <a:srgbClr val="0432FF"/>
                </a:solidFill>
                <a:ea typeface="KaiTi" panose="02010609060101010101" pitchFamily="49" charset="-122"/>
                <a:cs typeface="Times New Roman" panose="02020603050405020304" pitchFamily="18" charset="0"/>
              </a:rPr>
              <a:t>知识量极丰富</a:t>
            </a:r>
            <a:endParaRPr kumimoji="1" lang="en-US" altLang="zh-CN" sz="2400" b="1" dirty="0">
              <a:solidFill>
                <a:srgbClr val="0432FF"/>
              </a:solidFill>
              <a:ea typeface="KaiTi" panose="02010609060101010101" pitchFamily="49" charset="-122"/>
              <a:cs typeface="Times New Roman" panose="02020603050405020304" pitchFamily="18" charset="0"/>
            </a:endParaRPr>
          </a:p>
          <a:p>
            <a:pPr algn="l"/>
            <a:endParaRPr kumimoji="1" lang="en-US" altLang="zh-CN" sz="2400" b="1" dirty="0">
              <a:solidFill>
                <a:srgbClr val="0432FF"/>
              </a:solidFill>
              <a:ea typeface="KaiTi" panose="02010609060101010101" pitchFamily="49" charset="-122"/>
              <a:cs typeface="Times New Roman" panose="02020603050405020304" pitchFamily="18" charset="0"/>
            </a:endParaRPr>
          </a:p>
          <a:p>
            <a:pPr algn="l"/>
            <a:r>
              <a:rPr kumimoji="1" lang="zh-CN" altLang="en-US" sz="2400" b="1" dirty="0">
                <a:solidFill>
                  <a:srgbClr val="0432FF"/>
                </a:solidFill>
                <a:ea typeface="KaiTi" panose="02010609060101010101" pitchFamily="49" charset="-122"/>
                <a:cs typeface="Times New Roman" panose="02020603050405020304" pitchFamily="18" charset="0"/>
              </a:rPr>
              <a:t>但</a:t>
            </a:r>
            <a:endParaRPr kumimoji="1" lang="en-US" altLang="zh-CN" sz="2400" b="1" dirty="0">
              <a:solidFill>
                <a:srgbClr val="0432FF"/>
              </a:solidFill>
              <a:ea typeface="KaiTi" panose="02010609060101010101" pitchFamily="49" charset="-122"/>
              <a:cs typeface="Times New Roman" panose="02020603050405020304" pitchFamily="18" charset="0"/>
            </a:endParaRPr>
          </a:p>
          <a:p>
            <a:pPr algn="l"/>
            <a:endParaRPr kumimoji="1" lang="en-US" altLang="zh-CN" sz="2400" b="1" dirty="0">
              <a:solidFill>
                <a:srgbClr val="0432FF"/>
              </a:solidFill>
              <a:ea typeface="KaiTi" panose="02010609060101010101" pitchFamily="49" charset="-122"/>
              <a:cs typeface="Times New Roman" panose="02020603050405020304" pitchFamily="18" charset="0"/>
            </a:endParaRPr>
          </a:p>
          <a:p>
            <a:pPr algn="l"/>
            <a:r>
              <a:rPr kumimoji="1" lang="zh-CN" altLang="en-US" sz="2400" b="1" dirty="0">
                <a:solidFill>
                  <a:srgbClr val="0432FF"/>
                </a:solidFill>
                <a:ea typeface="KaiTi" panose="02010609060101010101" pitchFamily="49" charset="-122"/>
                <a:cs typeface="Times New Roman" panose="02020603050405020304" pitchFamily="18" charset="0"/>
              </a:rPr>
              <a:t>逻辑推理能力有不足</a:t>
            </a:r>
            <a:endParaRPr kumimoji="1" lang="en-US" altLang="zh-CN" sz="2400" b="1" dirty="0">
              <a:solidFill>
                <a:srgbClr val="0432FF"/>
              </a:solidFill>
              <a:ea typeface="KaiT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1421453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图示 10">
            <a:extLst>
              <a:ext uri="{FF2B5EF4-FFF2-40B4-BE49-F238E27FC236}">
                <a16:creationId xmlns:a16="http://schemas.microsoft.com/office/drawing/2014/main" id="{0096C51B-6BE2-4643-ADBC-CB57501C38DC}"/>
              </a:ext>
            </a:extLst>
          </p:cNvPr>
          <p:cNvGraphicFramePr/>
          <p:nvPr>
            <p:extLst>
              <p:ext uri="{D42A27DB-BD31-4B8C-83A1-F6EECF244321}">
                <p14:modId xmlns:p14="http://schemas.microsoft.com/office/powerpoint/2010/main" val="3338690019"/>
              </p:ext>
            </p:extLst>
          </p:nvPr>
        </p:nvGraphicFramePr>
        <p:xfrm>
          <a:off x="967153" y="1144294"/>
          <a:ext cx="10955215"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标题 3">
            <a:extLst>
              <a:ext uri="{FF2B5EF4-FFF2-40B4-BE49-F238E27FC236}">
                <a16:creationId xmlns:a16="http://schemas.microsoft.com/office/drawing/2014/main" id="{2457D709-5408-B74D-A45F-501188BA9E33}"/>
              </a:ext>
            </a:extLst>
          </p:cNvPr>
          <p:cNvSpPr>
            <a:spLocks noGrp="1"/>
          </p:cNvSpPr>
          <p:nvPr>
            <p:ph type="title"/>
          </p:nvPr>
        </p:nvSpPr>
        <p:spPr/>
        <p:txBody>
          <a:bodyPr/>
          <a:lstStyle/>
          <a:p>
            <a:r>
              <a:rPr lang="zh-CN" altLang="en-US" dirty="0"/>
              <a:t>对</a:t>
            </a:r>
            <a:r>
              <a:rPr lang="en-US" altLang="zh-CN" dirty="0"/>
              <a:t>AI</a:t>
            </a:r>
            <a:r>
              <a:rPr lang="zh-CN" altLang="en-US" dirty="0"/>
              <a:t>的各种态度</a:t>
            </a:r>
          </a:p>
        </p:txBody>
      </p:sp>
      <p:pic>
        <p:nvPicPr>
          <p:cNvPr id="1026" name="Picture 2" descr="midjourney 的图像结果">
            <a:extLst>
              <a:ext uri="{FF2B5EF4-FFF2-40B4-BE49-F238E27FC236}">
                <a16:creationId xmlns:a16="http://schemas.microsoft.com/office/drawing/2014/main" id="{850A3977-B9FC-C64E-955A-364631927BE7}"/>
              </a:ext>
            </a:extLst>
          </p:cNvPr>
          <p:cNvPicPr>
            <a:picLocks noChangeAspect="1" noChangeArrowheads="1"/>
          </p:cNvPicPr>
          <p:nvPr/>
        </p:nvPicPr>
        <p:blipFill rotWithShape="1">
          <a:blip r:embed="rId8">
            <a:alphaModFix amt="45000"/>
            <a:extLst>
              <a:ext uri="{28A0092B-C50C-407E-A947-70E740481C1C}">
                <a14:useLocalDpi xmlns:a14="http://schemas.microsoft.com/office/drawing/2010/main" val="0"/>
              </a:ext>
            </a:extLst>
          </a:blip>
          <a:srcRect l="14256" t="22131" r="14256" b="26337"/>
          <a:stretch/>
        </p:blipFill>
        <p:spPr bwMode="auto">
          <a:xfrm>
            <a:off x="4856283" y="2631697"/>
            <a:ext cx="4267200" cy="1740877"/>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8DA65DB4-F530-2C4A-BA3D-4F18D8AFC2AC}"/>
              </a:ext>
            </a:extLst>
          </p:cNvPr>
          <p:cNvSpPr txBox="1"/>
          <p:nvPr/>
        </p:nvSpPr>
        <p:spPr>
          <a:xfrm>
            <a:off x="5785336" y="2604547"/>
            <a:ext cx="1318847" cy="646331"/>
          </a:xfrm>
          <a:prstGeom prst="rect">
            <a:avLst/>
          </a:prstGeom>
          <a:noFill/>
        </p:spPr>
        <p:txBody>
          <a:bodyPr wrap="square" rtlCol="0">
            <a:spAutoFit/>
          </a:bodyPr>
          <a:lstStyle/>
          <a:p>
            <a:pPr algn="l"/>
            <a:r>
              <a:rPr kumimoji="1" lang="zh-CN" altLang="en-US" sz="3600" dirty="0">
                <a:solidFill>
                  <a:srgbClr val="0432FF"/>
                </a:solidFill>
                <a:latin typeface="STHupo" panose="02010800040101010101" pitchFamily="2" charset="-122"/>
                <a:ea typeface="STHupo" panose="02010800040101010101" pitchFamily="2" charset="-122"/>
                <a:cs typeface="Times New Roman" panose="02020603050405020304" pitchFamily="18" charset="0"/>
              </a:rPr>
              <a:t>中道</a:t>
            </a:r>
          </a:p>
        </p:txBody>
      </p:sp>
      <p:sp>
        <p:nvSpPr>
          <p:cNvPr id="17" name="内容占位符 6">
            <a:extLst>
              <a:ext uri="{FF2B5EF4-FFF2-40B4-BE49-F238E27FC236}">
                <a16:creationId xmlns:a16="http://schemas.microsoft.com/office/drawing/2014/main" id="{F93D1307-C934-944A-868A-9B5739A0777F}"/>
              </a:ext>
            </a:extLst>
          </p:cNvPr>
          <p:cNvSpPr>
            <a:spLocks noGrp="1"/>
          </p:cNvSpPr>
          <p:nvPr>
            <p:ph idx="1"/>
          </p:nvPr>
        </p:nvSpPr>
        <p:spPr>
          <a:xfrm>
            <a:off x="2019295" y="5930879"/>
            <a:ext cx="9205551" cy="692525"/>
          </a:xfrm>
        </p:spPr>
        <p:txBody>
          <a:bodyPr>
            <a:normAutofit/>
          </a:bodyPr>
          <a:lstStyle/>
          <a:p>
            <a:pPr marL="0" indent="0" defTabSz="457200">
              <a:buNone/>
            </a:pPr>
            <a:r>
              <a:rPr kumimoji="1" lang="zh-CN" altLang="en-US" sz="3600" dirty="0">
                <a:solidFill>
                  <a:srgbClr val="0432FF"/>
                </a:solidFill>
              </a:rPr>
              <a:t>让</a:t>
            </a:r>
            <a:r>
              <a:rPr kumimoji="1" lang="en-US" altLang="zh-CN" sz="3600" dirty="0">
                <a:solidFill>
                  <a:srgbClr val="0432FF"/>
                </a:solidFill>
              </a:rPr>
              <a:t>AI</a:t>
            </a:r>
            <a:r>
              <a:rPr kumimoji="1" lang="zh-CN" altLang="en-US" sz="3600" dirty="0">
                <a:solidFill>
                  <a:srgbClr val="0432FF"/>
                </a:solidFill>
              </a:rPr>
              <a:t>成为人类的</a:t>
            </a:r>
            <a:r>
              <a:rPr kumimoji="1" lang="zh-CN" altLang="en-US" sz="4000" b="1" dirty="0">
                <a:solidFill>
                  <a:srgbClr val="C00000"/>
                </a:solidFill>
              </a:rPr>
              <a:t>力量倍增器</a:t>
            </a:r>
            <a:r>
              <a:rPr kumimoji="1" lang="zh-CN" altLang="en-US" sz="3600" dirty="0">
                <a:solidFill>
                  <a:srgbClr val="0432FF"/>
                </a:solidFill>
              </a:rPr>
              <a:t>和</a:t>
            </a:r>
            <a:r>
              <a:rPr kumimoji="1" lang="zh-CN" altLang="en-US" sz="4000" b="1" dirty="0">
                <a:solidFill>
                  <a:srgbClr val="C00000"/>
                </a:solidFill>
              </a:rPr>
              <a:t>创造力引擎</a:t>
            </a:r>
            <a:endParaRPr kumimoji="1" lang="en-US" altLang="zh-CN" sz="3600" b="1" dirty="0">
              <a:solidFill>
                <a:srgbClr val="C00000"/>
              </a:solidFill>
            </a:endParaRPr>
          </a:p>
        </p:txBody>
      </p:sp>
      <p:sp>
        <p:nvSpPr>
          <p:cNvPr id="18" name="标题 4">
            <a:extLst>
              <a:ext uri="{FF2B5EF4-FFF2-40B4-BE49-F238E27FC236}">
                <a16:creationId xmlns:a16="http://schemas.microsoft.com/office/drawing/2014/main" id="{27CA81B7-9320-C34E-90DD-9AE45F31996D}"/>
              </a:ext>
            </a:extLst>
          </p:cNvPr>
          <p:cNvSpPr txBox="1">
            <a:spLocks/>
          </p:cNvSpPr>
          <p:nvPr/>
        </p:nvSpPr>
        <p:spPr>
          <a:xfrm>
            <a:off x="1966451" y="5026102"/>
            <a:ext cx="8259097" cy="1594970"/>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000" b="1"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1pPr>
          </a:lstStyle>
          <a:p>
            <a:pPr>
              <a:lnSpc>
                <a:spcPct val="150000"/>
              </a:lnSpc>
            </a:pPr>
            <a:r>
              <a:rPr lang="zh-CN" altLang="en-US" dirty="0">
                <a:solidFill>
                  <a:srgbClr val="0432FF"/>
                </a:solidFill>
              </a:rPr>
              <a:t>学会如何站在</a:t>
            </a:r>
            <a:r>
              <a:rPr lang="en-US" altLang="zh-CN" dirty="0">
                <a:solidFill>
                  <a:srgbClr val="0432FF"/>
                </a:solidFill>
              </a:rPr>
              <a:t>AI</a:t>
            </a:r>
            <a:r>
              <a:rPr lang="zh-CN" altLang="en-US" dirty="0">
                <a:solidFill>
                  <a:srgbClr val="0432FF"/>
                </a:solidFill>
              </a:rPr>
              <a:t>的肩膀上</a:t>
            </a:r>
            <a:br>
              <a:rPr lang="en-US" altLang="zh-CN" dirty="0">
                <a:solidFill>
                  <a:srgbClr val="0432FF"/>
                </a:solidFill>
              </a:rPr>
            </a:br>
            <a:r>
              <a:rPr lang="zh-CN" altLang="en-US" dirty="0">
                <a:solidFill>
                  <a:srgbClr val="0432FF"/>
                </a:solidFill>
              </a:rPr>
              <a:t>                       </a:t>
            </a:r>
          </a:p>
        </p:txBody>
      </p:sp>
    </p:spTree>
    <p:extLst>
      <p:ext uri="{BB962C8B-B14F-4D97-AF65-F5344CB8AC3E}">
        <p14:creationId xmlns:p14="http://schemas.microsoft.com/office/powerpoint/2010/main" val="578101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build="p"/>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D0576E-0BBC-4148-B6DE-EED583E379B4}"/>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BEAE63C6-A65A-DC46-AE0B-D465B301F696}"/>
              </a:ext>
            </a:extLst>
          </p:cNvPr>
          <p:cNvSpPr>
            <a:spLocks noGrp="1"/>
          </p:cNvSpPr>
          <p:nvPr>
            <p:ph idx="1"/>
          </p:nvPr>
        </p:nvSpPr>
        <p:spPr/>
        <p:txBody>
          <a:bodyPr/>
          <a:lstStyle/>
          <a:p>
            <a:endParaRPr kumimoji="1" lang="zh-CN" altLang="en-US" dirty="0"/>
          </a:p>
        </p:txBody>
      </p:sp>
      <p:pic>
        <p:nvPicPr>
          <p:cNvPr id="5" name="图片 4">
            <a:hlinkClick r:id="rId2"/>
            <a:extLst>
              <a:ext uri="{FF2B5EF4-FFF2-40B4-BE49-F238E27FC236}">
                <a16:creationId xmlns:a16="http://schemas.microsoft.com/office/drawing/2014/main" id="{1DD6C4AE-5351-0044-B66B-0860D88E2436}"/>
              </a:ext>
            </a:extLst>
          </p:cNvPr>
          <p:cNvPicPr/>
          <p:nvPr/>
        </p:nvPicPr>
        <p:blipFill>
          <a:blip r:embed="rId3">
            <a:extLst>
              <a:ext uri="{28A0092B-C50C-407E-A947-70E740481C1C}">
                <a14:useLocalDpi xmlns:a14="http://schemas.microsoft.com/office/drawing/2010/main" val="0"/>
              </a:ext>
            </a:extLst>
          </a:blip>
          <a:stretch>
            <a:fillRect/>
          </a:stretch>
        </p:blipFill>
        <p:spPr>
          <a:xfrm>
            <a:off x="0" y="0"/>
            <a:ext cx="6684899" cy="6858000"/>
          </a:xfrm>
          <a:prstGeom prst="rect">
            <a:avLst/>
          </a:prstGeom>
        </p:spPr>
      </p:pic>
      <p:pic>
        <p:nvPicPr>
          <p:cNvPr id="6" name="图片 5">
            <a:extLst>
              <a:ext uri="{FF2B5EF4-FFF2-40B4-BE49-F238E27FC236}">
                <a16:creationId xmlns:a16="http://schemas.microsoft.com/office/drawing/2014/main" id="{DCF2B7D9-2355-9D44-8EB4-33E79657C4DE}"/>
              </a:ext>
            </a:extLst>
          </p:cNvPr>
          <p:cNvPicPr/>
          <p:nvPr/>
        </p:nvPicPr>
        <p:blipFill>
          <a:blip r:embed="rId4">
            <a:extLst>
              <a:ext uri="{28A0092B-C50C-407E-A947-70E740481C1C}">
                <a14:useLocalDpi xmlns:a14="http://schemas.microsoft.com/office/drawing/2010/main" val="0"/>
              </a:ext>
            </a:extLst>
          </a:blip>
          <a:stretch>
            <a:fillRect/>
          </a:stretch>
        </p:blipFill>
        <p:spPr>
          <a:xfrm>
            <a:off x="6583680" y="1883455"/>
            <a:ext cx="5608320" cy="3083515"/>
          </a:xfrm>
          <a:prstGeom prst="rect">
            <a:avLst/>
          </a:prstGeom>
        </p:spPr>
      </p:pic>
    </p:spTree>
    <p:extLst>
      <p:ext uri="{BB962C8B-B14F-4D97-AF65-F5344CB8AC3E}">
        <p14:creationId xmlns:p14="http://schemas.microsoft.com/office/powerpoint/2010/main" val="22901651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F31D3F4F-0882-BC46-AA7B-7224BDEDF514}"/>
              </a:ext>
            </a:extLst>
          </p:cNvPr>
          <p:cNvSpPr>
            <a:spLocks noGrp="1"/>
          </p:cNvSpPr>
          <p:nvPr>
            <p:ph type="ctrTitle"/>
          </p:nvPr>
        </p:nvSpPr>
        <p:spPr/>
        <p:txBody>
          <a:bodyPr/>
          <a:lstStyle/>
          <a:p>
            <a:r>
              <a:rPr lang="zh-CN" altLang="en-US" dirty="0"/>
              <a:t>为了编好这本书，我们怎么做？</a:t>
            </a:r>
          </a:p>
        </p:txBody>
      </p:sp>
      <p:sp>
        <p:nvSpPr>
          <p:cNvPr id="5" name="副标题 4">
            <a:extLst>
              <a:ext uri="{FF2B5EF4-FFF2-40B4-BE49-F238E27FC236}">
                <a16:creationId xmlns:a16="http://schemas.microsoft.com/office/drawing/2014/main" id="{767CC3B2-F147-C046-A014-945AD919BCDA}"/>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3561964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AE3F04-4C34-6A47-918A-142B1415520C}"/>
              </a:ext>
            </a:extLst>
          </p:cNvPr>
          <p:cNvSpPr>
            <a:spLocks noGrp="1"/>
          </p:cNvSpPr>
          <p:nvPr>
            <p:ph type="title"/>
          </p:nvPr>
        </p:nvSpPr>
        <p:spPr>
          <a:xfrm flipH="1">
            <a:off x="946081" y="695723"/>
            <a:ext cx="846937" cy="5154122"/>
          </a:xfrm>
        </p:spPr>
        <p:txBody>
          <a:bodyPr>
            <a:normAutofit/>
          </a:bodyPr>
          <a:lstStyle/>
          <a:p>
            <a:r>
              <a:rPr kumimoji="1" lang="zh-CN" altLang="en-US" dirty="0">
                <a:solidFill>
                  <a:srgbClr val="FF0000"/>
                </a:solidFill>
              </a:rPr>
              <a:t>人工智能的数学思维</a:t>
            </a:r>
          </a:p>
        </p:txBody>
      </p:sp>
      <p:sp>
        <p:nvSpPr>
          <p:cNvPr id="14" name="文本框 13">
            <a:extLst>
              <a:ext uri="{FF2B5EF4-FFF2-40B4-BE49-F238E27FC236}">
                <a16:creationId xmlns:a16="http://schemas.microsoft.com/office/drawing/2014/main" id="{7E65159A-8894-594E-8CE5-BF160AAB3F43}"/>
              </a:ext>
            </a:extLst>
          </p:cNvPr>
          <p:cNvSpPr txBox="1"/>
          <p:nvPr/>
        </p:nvSpPr>
        <p:spPr>
          <a:xfrm>
            <a:off x="2768922" y="666227"/>
            <a:ext cx="592602" cy="6001643"/>
          </a:xfrm>
          <a:prstGeom prst="rect">
            <a:avLst/>
          </a:prstGeom>
          <a:solidFill>
            <a:schemeClr val="accent1">
              <a:hueOff val="0"/>
              <a:satOff val="0"/>
              <a:lumOff val="0"/>
            </a:schemeClr>
          </a:solidFill>
        </p:spPr>
        <p:txBody>
          <a:bodyPr wrap="square" rtlCol="0">
            <a:spAutoFit/>
          </a:bodyPr>
          <a:lstStyle/>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鹦鹉与乌鸦</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何为智能</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8" name="椭圆 7">
            <a:extLst>
              <a:ext uri="{FF2B5EF4-FFF2-40B4-BE49-F238E27FC236}">
                <a16:creationId xmlns:a16="http://schemas.microsoft.com/office/drawing/2014/main" id="{CFA6BA30-12F1-8140-9209-80C526245043}"/>
              </a:ext>
            </a:extLst>
          </p:cNvPr>
          <p:cNvSpPr/>
          <p:nvPr/>
        </p:nvSpPr>
        <p:spPr>
          <a:xfrm>
            <a:off x="2641755" y="139446"/>
            <a:ext cx="846937" cy="846937"/>
          </a:xfrm>
          <a:prstGeom prst="ellipse">
            <a:avLst/>
          </a:prstGeom>
          <a:solidFill>
            <a:schemeClr val="accent1"/>
          </a:solidFill>
          <a:ln>
            <a:solidFill>
              <a:srgbClr val="FFFF00"/>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sz="2600" dirty="0">
                <a:solidFill>
                  <a:srgbClr val="FF0000"/>
                </a:solidFill>
                <a:latin typeface="Times New Roman" panose="02020603050405020304" pitchFamily="18" charset="0"/>
                <a:cs typeface="Times New Roman" panose="02020603050405020304" pitchFamily="18" charset="0"/>
              </a:rPr>
              <a:t>1</a:t>
            </a:r>
            <a:endParaRPr lang="zh-CN" altLang="en-US" sz="2600" dirty="0">
              <a:solidFill>
                <a:srgbClr val="FF0000"/>
              </a:solidFill>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0BC74C2A-930B-004A-9D2E-1271BA073CF9}"/>
              </a:ext>
            </a:extLst>
          </p:cNvPr>
          <p:cNvSpPr txBox="1"/>
          <p:nvPr/>
        </p:nvSpPr>
        <p:spPr>
          <a:xfrm>
            <a:off x="3895516" y="656395"/>
            <a:ext cx="592602" cy="6001643"/>
          </a:xfrm>
          <a:prstGeom prst="rect">
            <a:avLst/>
          </a:prstGeom>
          <a:solidFill>
            <a:schemeClr val="accent1">
              <a:hueOff val="0"/>
              <a:satOff val="0"/>
              <a:lumOff val="0"/>
            </a:schemeClr>
          </a:solidFill>
        </p:spPr>
        <p:txBody>
          <a:bodyPr wrap="square" rtlCol="0">
            <a:spAutoFit/>
          </a:bodyPr>
          <a:lstStyle/>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智能简史</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生于数学</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成</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于计算机</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6" name="椭圆 15">
            <a:extLst>
              <a:ext uri="{FF2B5EF4-FFF2-40B4-BE49-F238E27FC236}">
                <a16:creationId xmlns:a16="http://schemas.microsoft.com/office/drawing/2014/main" id="{2977D13B-8074-5741-958C-D6A63F6835B3}"/>
              </a:ext>
            </a:extLst>
          </p:cNvPr>
          <p:cNvSpPr/>
          <p:nvPr/>
        </p:nvSpPr>
        <p:spPr>
          <a:xfrm>
            <a:off x="3768349" y="139446"/>
            <a:ext cx="846937" cy="846937"/>
          </a:xfrm>
          <a:prstGeom prst="ellipse">
            <a:avLst/>
          </a:prstGeom>
          <a:solidFill>
            <a:schemeClr val="accent1"/>
          </a:solidFill>
          <a:ln>
            <a:solidFill>
              <a:srgbClr val="FFFF00"/>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sz="2600" dirty="0">
                <a:solidFill>
                  <a:srgbClr val="FF0000"/>
                </a:solidFill>
                <a:latin typeface="Times New Roman" panose="02020603050405020304" pitchFamily="18" charset="0"/>
                <a:cs typeface="Times New Roman" panose="02020603050405020304" pitchFamily="18" charset="0"/>
              </a:rPr>
              <a:t>2</a:t>
            </a:r>
            <a:endParaRPr lang="zh-CN" altLang="en-US" sz="2600" dirty="0">
              <a:solidFill>
                <a:srgbClr val="FF0000"/>
              </a:solidFill>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A42F44F2-1BD1-8B43-8246-DBE2DBFF82DD}"/>
              </a:ext>
            </a:extLst>
          </p:cNvPr>
          <p:cNvSpPr txBox="1"/>
          <p:nvPr/>
        </p:nvSpPr>
        <p:spPr>
          <a:xfrm>
            <a:off x="5016233" y="695723"/>
            <a:ext cx="592602" cy="6001643"/>
          </a:xfrm>
          <a:prstGeom prst="rect">
            <a:avLst/>
          </a:prstGeom>
          <a:solidFill>
            <a:schemeClr val="accent1">
              <a:hueOff val="0"/>
              <a:satOff val="0"/>
              <a:lumOff val="0"/>
            </a:schemeClr>
          </a:solidFill>
        </p:spPr>
        <p:txBody>
          <a:bodyPr wrap="square" rtlCol="0">
            <a:spAutoFit/>
          </a:bodyPr>
          <a:lstStyle/>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AI</a:t>
            </a: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 </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风云录</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崛起与跌宕</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18" name="椭圆 17">
            <a:extLst>
              <a:ext uri="{FF2B5EF4-FFF2-40B4-BE49-F238E27FC236}">
                <a16:creationId xmlns:a16="http://schemas.microsoft.com/office/drawing/2014/main" id="{31C418CE-1F2E-4641-B740-0AA7FCDD1E51}"/>
              </a:ext>
            </a:extLst>
          </p:cNvPr>
          <p:cNvSpPr/>
          <p:nvPr/>
        </p:nvSpPr>
        <p:spPr>
          <a:xfrm>
            <a:off x="4889066" y="139446"/>
            <a:ext cx="846937" cy="846937"/>
          </a:xfrm>
          <a:prstGeom prst="ellipse">
            <a:avLst/>
          </a:prstGeom>
          <a:solidFill>
            <a:schemeClr val="accent1"/>
          </a:solidFill>
          <a:ln>
            <a:solidFill>
              <a:srgbClr val="FFFF00"/>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sz="2600" dirty="0">
                <a:solidFill>
                  <a:srgbClr val="FF0000"/>
                </a:solidFill>
                <a:latin typeface="Times New Roman" panose="02020603050405020304" pitchFamily="18" charset="0"/>
                <a:cs typeface="Times New Roman" panose="02020603050405020304" pitchFamily="18" charset="0"/>
              </a:rPr>
              <a:t>3</a:t>
            </a:r>
            <a:endParaRPr lang="zh-CN" altLang="en-US" sz="2600" dirty="0">
              <a:solidFill>
                <a:srgbClr val="FF0000"/>
              </a:solidFill>
              <a:latin typeface="Times New Roman" panose="02020603050405020304" pitchFamily="18" charset="0"/>
              <a:cs typeface="Times New Roman" panose="02020603050405020304" pitchFamily="18" charset="0"/>
            </a:endParaRPr>
          </a:p>
        </p:txBody>
      </p:sp>
      <p:sp>
        <p:nvSpPr>
          <p:cNvPr id="19" name="文本框 18">
            <a:extLst>
              <a:ext uri="{FF2B5EF4-FFF2-40B4-BE49-F238E27FC236}">
                <a16:creationId xmlns:a16="http://schemas.microsoft.com/office/drawing/2014/main" id="{FCCD6134-5E66-3248-AEEB-3593BA103D36}"/>
              </a:ext>
            </a:extLst>
          </p:cNvPr>
          <p:cNvSpPr txBox="1"/>
          <p:nvPr/>
        </p:nvSpPr>
        <p:spPr>
          <a:xfrm>
            <a:off x="6264117" y="695723"/>
            <a:ext cx="592602" cy="6001643"/>
          </a:xfrm>
          <a:prstGeom prst="rect">
            <a:avLst/>
          </a:prstGeom>
          <a:solidFill>
            <a:schemeClr val="accent1">
              <a:hueOff val="0"/>
              <a:satOff val="0"/>
              <a:lumOff val="0"/>
            </a:schemeClr>
          </a:solidFill>
        </p:spPr>
        <p:txBody>
          <a:bodyPr wrap="square" rtlCol="0">
            <a:spAutoFit/>
          </a:bodyPr>
          <a:lstStyle/>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AI</a:t>
            </a: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数学密码</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学习如何学习</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20" name="椭圆 19">
            <a:extLst>
              <a:ext uri="{FF2B5EF4-FFF2-40B4-BE49-F238E27FC236}">
                <a16:creationId xmlns:a16="http://schemas.microsoft.com/office/drawing/2014/main" id="{412F6BCC-183C-8241-95F2-C077C198E2DE}"/>
              </a:ext>
            </a:extLst>
          </p:cNvPr>
          <p:cNvSpPr/>
          <p:nvPr/>
        </p:nvSpPr>
        <p:spPr>
          <a:xfrm>
            <a:off x="6136950" y="139446"/>
            <a:ext cx="846937" cy="846937"/>
          </a:xfrm>
          <a:prstGeom prst="ellipse">
            <a:avLst/>
          </a:prstGeom>
          <a:solidFill>
            <a:schemeClr val="accent1"/>
          </a:solidFill>
          <a:ln>
            <a:solidFill>
              <a:srgbClr val="FFFF00"/>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sz="2600" dirty="0">
                <a:solidFill>
                  <a:srgbClr val="FF0000"/>
                </a:solidFill>
                <a:latin typeface="Times New Roman" panose="02020603050405020304" pitchFamily="18" charset="0"/>
                <a:cs typeface="Times New Roman" panose="02020603050405020304" pitchFamily="18" charset="0"/>
              </a:rPr>
              <a:t>4</a:t>
            </a:r>
            <a:endParaRPr lang="zh-CN" altLang="en-US" sz="2600" dirty="0">
              <a:solidFill>
                <a:srgbClr val="FF0000"/>
              </a:solidFill>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B050417D-55BD-2D4B-AA93-DD5773008202}"/>
              </a:ext>
            </a:extLst>
          </p:cNvPr>
          <p:cNvSpPr txBox="1"/>
          <p:nvPr/>
        </p:nvSpPr>
        <p:spPr>
          <a:xfrm>
            <a:off x="7515956" y="695723"/>
            <a:ext cx="592602" cy="6001643"/>
          </a:xfrm>
          <a:prstGeom prst="rect">
            <a:avLst/>
          </a:prstGeom>
          <a:solidFill>
            <a:schemeClr val="accent1">
              <a:hueOff val="0"/>
              <a:satOff val="0"/>
              <a:lumOff val="0"/>
            </a:schemeClr>
          </a:solidFill>
        </p:spPr>
        <p:txBody>
          <a:bodyPr wrap="square" rtlCol="0">
            <a:spAutoFit/>
          </a:bodyPr>
          <a:lstStyle/>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生成式</a:t>
            </a:r>
            <a:r>
              <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AI</a:t>
            </a: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：机器魔法</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22" name="椭圆 21">
            <a:extLst>
              <a:ext uri="{FF2B5EF4-FFF2-40B4-BE49-F238E27FC236}">
                <a16:creationId xmlns:a16="http://schemas.microsoft.com/office/drawing/2014/main" id="{FDE7BB2B-7D79-124E-BEA7-14FC3137557F}"/>
              </a:ext>
            </a:extLst>
          </p:cNvPr>
          <p:cNvSpPr/>
          <p:nvPr/>
        </p:nvSpPr>
        <p:spPr>
          <a:xfrm>
            <a:off x="7388789" y="139446"/>
            <a:ext cx="846937" cy="846937"/>
          </a:xfrm>
          <a:prstGeom prst="ellipse">
            <a:avLst/>
          </a:prstGeom>
          <a:solidFill>
            <a:schemeClr val="accent1"/>
          </a:solidFill>
          <a:ln>
            <a:solidFill>
              <a:srgbClr val="FFFF00"/>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sz="2600" dirty="0">
                <a:solidFill>
                  <a:srgbClr val="FF0000"/>
                </a:solidFill>
                <a:latin typeface="Times New Roman" panose="02020603050405020304" pitchFamily="18" charset="0"/>
                <a:cs typeface="Times New Roman" panose="02020603050405020304" pitchFamily="18" charset="0"/>
              </a:rPr>
              <a:t>5</a:t>
            </a:r>
            <a:endParaRPr lang="zh-CN" altLang="en-US" sz="2600" dirty="0">
              <a:solidFill>
                <a:srgbClr val="FF0000"/>
              </a:solidFill>
              <a:latin typeface="Times New Roman" panose="02020603050405020304" pitchFamily="18" charset="0"/>
              <a:cs typeface="Times New Roman" panose="02020603050405020304" pitchFamily="18" charset="0"/>
            </a:endParaRPr>
          </a:p>
        </p:txBody>
      </p:sp>
      <p:sp>
        <p:nvSpPr>
          <p:cNvPr id="23" name="文本框 22">
            <a:extLst>
              <a:ext uri="{FF2B5EF4-FFF2-40B4-BE49-F238E27FC236}">
                <a16:creationId xmlns:a16="http://schemas.microsoft.com/office/drawing/2014/main" id="{3BE91D0D-4BF0-2B43-AC75-677E54D641EA}"/>
              </a:ext>
            </a:extLst>
          </p:cNvPr>
          <p:cNvSpPr txBox="1"/>
          <p:nvPr/>
        </p:nvSpPr>
        <p:spPr>
          <a:xfrm>
            <a:off x="8767794" y="695723"/>
            <a:ext cx="592602" cy="6001643"/>
          </a:xfrm>
          <a:prstGeom prst="rect">
            <a:avLst/>
          </a:prstGeom>
          <a:solidFill>
            <a:schemeClr val="accent1">
              <a:hueOff val="0"/>
              <a:satOff val="0"/>
              <a:lumOff val="0"/>
            </a:schemeClr>
          </a:solidFill>
        </p:spPr>
        <p:txBody>
          <a:bodyPr wrap="square" rtlCol="0">
            <a:spAutoFit/>
          </a:bodyPr>
          <a:lstStyle/>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人机共生</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r>
              <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rPr>
              <a:t>：力量倍增</a:t>
            </a: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en-US" altLang="zh-CN"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a:p>
            <a:pPr algn="ctr"/>
            <a:endParaRPr kumimoji="1" lang="zh-CN" altLang="en-US" sz="2400" dirty="0">
              <a:solidFill>
                <a:schemeClr val="bg1"/>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24" name="椭圆 23">
            <a:extLst>
              <a:ext uri="{FF2B5EF4-FFF2-40B4-BE49-F238E27FC236}">
                <a16:creationId xmlns:a16="http://schemas.microsoft.com/office/drawing/2014/main" id="{3A0F6301-A9F0-0F4E-9F0C-A6C3D945562B}"/>
              </a:ext>
            </a:extLst>
          </p:cNvPr>
          <p:cNvSpPr/>
          <p:nvPr/>
        </p:nvSpPr>
        <p:spPr>
          <a:xfrm>
            <a:off x="8640627" y="139446"/>
            <a:ext cx="846937" cy="846937"/>
          </a:xfrm>
          <a:prstGeom prst="ellipse">
            <a:avLst/>
          </a:prstGeom>
          <a:solidFill>
            <a:schemeClr val="accent1"/>
          </a:solidFill>
          <a:ln>
            <a:solidFill>
              <a:srgbClr val="FFFF00"/>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sz="2600" dirty="0">
                <a:solidFill>
                  <a:srgbClr val="FF0000"/>
                </a:solidFill>
                <a:latin typeface="Times New Roman" panose="02020603050405020304" pitchFamily="18" charset="0"/>
                <a:cs typeface="Times New Roman" panose="02020603050405020304" pitchFamily="18" charset="0"/>
              </a:rPr>
              <a:t>6</a:t>
            </a:r>
            <a:endParaRPr lang="zh-CN" altLang="en-US" sz="2600" dirty="0">
              <a:solidFill>
                <a:srgbClr val="FF0000"/>
              </a:solidFill>
              <a:latin typeface="Times New Roman" panose="02020603050405020304" pitchFamily="18" charset="0"/>
              <a:cs typeface="Times New Roman" panose="02020603050405020304" pitchFamily="18" charset="0"/>
            </a:endParaRPr>
          </a:p>
        </p:txBody>
      </p:sp>
      <p:sp>
        <p:nvSpPr>
          <p:cNvPr id="26" name="文本框 25">
            <a:extLst>
              <a:ext uri="{FF2B5EF4-FFF2-40B4-BE49-F238E27FC236}">
                <a16:creationId xmlns:a16="http://schemas.microsoft.com/office/drawing/2014/main" id="{2750098A-CD08-C247-90B9-D6D4D94CEC66}"/>
              </a:ext>
            </a:extLst>
          </p:cNvPr>
          <p:cNvSpPr txBox="1"/>
          <p:nvPr/>
        </p:nvSpPr>
        <p:spPr>
          <a:xfrm>
            <a:off x="6280554" y="750242"/>
            <a:ext cx="1828004" cy="400110"/>
          </a:xfrm>
          <a:prstGeom prst="rect">
            <a:avLst/>
          </a:prstGeom>
          <a:solidFill>
            <a:srgbClr val="FFFF00">
              <a:alpha val="59000"/>
            </a:srgbClr>
          </a:solidFill>
        </p:spPr>
        <p:txBody>
          <a:bodyPr wrap="square">
            <a:spAutoFit/>
          </a:bodyPr>
          <a:lstStyle/>
          <a:p>
            <a:pPr algn="ctr"/>
            <a:r>
              <a:rPr lang="zh-CN" altLang="zh-CN" sz="2000" b="1" dirty="0">
                <a:effectLst/>
                <a:latin typeface="Times New Roman" panose="02020603050405020304" pitchFamily="18" charset="0"/>
                <a:ea typeface="楷体" panose="02010609060101010101" pitchFamily="49" charset="-122"/>
                <a:cs typeface="Times New Roman" panose="02020603050405020304" pitchFamily="18" charset="0"/>
              </a:rPr>
              <a:t>智能</a:t>
            </a:r>
            <a:r>
              <a:rPr lang="zh-CN" altLang="en-US" sz="2000" b="1" dirty="0">
                <a:effectLst/>
                <a:latin typeface="Times New Roman" panose="02020603050405020304" pitchFamily="18" charset="0"/>
                <a:ea typeface="楷体" panose="02010609060101010101" pitchFamily="49" charset="-122"/>
                <a:cs typeface="Times New Roman" panose="02020603050405020304" pitchFamily="18" charset="0"/>
              </a:rPr>
              <a:t>现状</a:t>
            </a:r>
            <a:r>
              <a:rPr lang="zh-CN" altLang="zh-CN" sz="2000" dirty="0">
                <a:effectLst/>
              </a:rPr>
              <a:t> </a:t>
            </a:r>
            <a:endParaRPr lang="zh-CN" altLang="en-US" sz="2000" dirty="0"/>
          </a:p>
        </p:txBody>
      </p:sp>
      <p:sp>
        <p:nvSpPr>
          <p:cNvPr id="27" name="文本框 26">
            <a:extLst>
              <a:ext uri="{FF2B5EF4-FFF2-40B4-BE49-F238E27FC236}">
                <a16:creationId xmlns:a16="http://schemas.microsoft.com/office/drawing/2014/main" id="{220077B6-6676-204A-B0F8-82F5EECBFFC9}"/>
              </a:ext>
            </a:extLst>
          </p:cNvPr>
          <p:cNvSpPr txBox="1"/>
          <p:nvPr/>
        </p:nvSpPr>
        <p:spPr>
          <a:xfrm>
            <a:off x="2452255" y="750242"/>
            <a:ext cx="1287517" cy="400110"/>
          </a:xfrm>
          <a:prstGeom prst="rect">
            <a:avLst/>
          </a:prstGeom>
          <a:solidFill>
            <a:srgbClr val="FFFF00">
              <a:alpha val="59000"/>
            </a:srgbClr>
          </a:solidFill>
        </p:spPr>
        <p:txBody>
          <a:bodyPr wrap="square">
            <a:spAutoFit/>
          </a:bodyPr>
          <a:lstStyle/>
          <a:p>
            <a:r>
              <a:rPr lang="zh-CN" altLang="zh-CN" sz="2000" b="1" dirty="0">
                <a:effectLst/>
                <a:latin typeface="Times New Roman" panose="02020603050405020304" pitchFamily="18" charset="0"/>
                <a:ea typeface="楷体" panose="02010609060101010101" pitchFamily="49" charset="-122"/>
                <a:cs typeface="Times New Roman" panose="02020603050405020304" pitchFamily="18" charset="0"/>
              </a:rPr>
              <a:t>何为智能</a:t>
            </a:r>
            <a:endParaRPr lang="zh-CN" altLang="en-US" sz="2000" dirty="0"/>
          </a:p>
        </p:txBody>
      </p:sp>
      <p:sp>
        <p:nvSpPr>
          <p:cNvPr id="28" name="文本框 27">
            <a:extLst>
              <a:ext uri="{FF2B5EF4-FFF2-40B4-BE49-F238E27FC236}">
                <a16:creationId xmlns:a16="http://schemas.microsoft.com/office/drawing/2014/main" id="{AC5B81A0-773C-0744-87CA-10BCB891BA14}"/>
              </a:ext>
            </a:extLst>
          </p:cNvPr>
          <p:cNvSpPr txBox="1"/>
          <p:nvPr/>
        </p:nvSpPr>
        <p:spPr>
          <a:xfrm>
            <a:off x="3894554" y="758088"/>
            <a:ext cx="1849210" cy="400110"/>
          </a:xfrm>
          <a:prstGeom prst="rect">
            <a:avLst/>
          </a:prstGeom>
          <a:solidFill>
            <a:srgbClr val="FFFF00">
              <a:alpha val="59000"/>
            </a:srgbClr>
          </a:solidFill>
        </p:spPr>
        <p:txBody>
          <a:bodyPr wrap="square">
            <a:spAutoFit/>
          </a:bodyPr>
          <a:lstStyle/>
          <a:p>
            <a:r>
              <a:rPr lang="zh-CN" altLang="zh-CN" sz="2000" b="1" dirty="0">
                <a:effectLst/>
                <a:latin typeface="Times New Roman" panose="02020603050405020304" pitchFamily="18" charset="0"/>
                <a:ea typeface="楷体" panose="02010609060101010101" pitchFamily="49" charset="-122"/>
                <a:cs typeface="Times New Roman" panose="02020603050405020304" pitchFamily="18" charset="0"/>
              </a:rPr>
              <a:t>智能从何而来</a:t>
            </a:r>
            <a:r>
              <a:rPr lang="zh-CN" altLang="en-US" sz="2000" b="1" dirty="0">
                <a:effectLst/>
                <a:latin typeface="Times New Roman" panose="02020603050405020304" pitchFamily="18" charset="0"/>
                <a:ea typeface="楷体" panose="02010609060101010101" pitchFamily="49" charset="-122"/>
                <a:cs typeface="Times New Roman" panose="02020603050405020304" pitchFamily="18" charset="0"/>
              </a:rPr>
              <a:t> </a:t>
            </a:r>
            <a:endParaRPr lang="zh-CN" altLang="en-US" sz="2000" dirty="0"/>
          </a:p>
        </p:txBody>
      </p:sp>
      <p:sp>
        <p:nvSpPr>
          <p:cNvPr id="30" name="文本框 29">
            <a:extLst>
              <a:ext uri="{FF2B5EF4-FFF2-40B4-BE49-F238E27FC236}">
                <a16:creationId xmlns:a16="http://schemas.microsoft.com/office/drawing/2014/main" id="{4F9EA82C-A3B4-3843-A637-F97730C57728}"/>
              </a:ext>
            </a:extLst>
          </p:cNvPr>
          <p:cNvSpPr txBox="1"/>
          <p:nvPr/>
        </p:nvSpPr>
        <p:spPr>
          <a:xfrm>
            <a:off x="8418122" y="750242"/>
            <a:ext cx="1828004" cy="400110"/>
          </a:xfrm>
          <a:prstGeom prst="rect">
            <a:avLst/>
          </a:prstGeom>
          <a:solidFill>
            <a:srgbClr val="FFFF00">
              <a:alpha val="59000"/>
            </a:srgbClr>
          </a:solidFill>
        </p:spPr>
        <p:txBody>
          <a:bodyPr wrap="square">
            <a:spAutoFit/>
          </a:bodyPr>
          <a:lstStyle/>
          <a:p>
            <a:r>
              <a:rPr lang="zh-CN" altLang="en-US" sz="2000" b="1" dirty="0">
                <a:effectLst/>
                <a:latin typeface="Times New Roman" panose="02020603050405020304" pitchFamily="18" charset="0"/>
                <a:ea typeface="楷体" panose="02010609060101010101" pitchFamily="49" charset="-122"/>
                <a:cs typeface="Times New Roman" panose="02020603050405020304" pitchFamily="18" charset="0"/>
              </a:rPr>
              <a:t>智能</a:t>
            </a:r>
            <a:r>
              <a:rPr lang="zh-CN" altLang="zh-CN" sz="2000" b="1" dirty="0">
                <a:effectLst/>
                <a:latin typeface="Times New Roman" panose="02020603050405020304" pitchFamily="18" charset="0"/>
                <a:ea typeface="楷体" panose="02010609060101010101" pitchFamily="49" charset="-122"/>
                <a:cs typeface="Times New Roman" panose="02020603050405020304" pitchFamily="18" charset="0"/>
              </a:rPr>
              <a:t>向何而去</a:t>
            </a:r>
            <a:r>
              <a:rPr lang="zh-CN" altLang="zh-CN" sz="2000" dirty="0">
                <a:effectLst/>
              </a:rPr>
              <a:t> </a:t>
            </a:r>
            <a:endParaRPr lang="zh-CN" altLang="en-US" sz="2000" dirty="0"/>
          </a:p>
        </p:txBody>
      </p:sp>
      <p:pic>
        <p:nvPicPr>
          <p:cNvPr id="32" name="图片 31">
            <a:extLst>
              <a:ext uri="{FF2B5EF4-FFF2-40B4-BE49-F238E27FC236}">
                <a16:creationId xmlns:a16="http://schemas.microsoft.com/office/drawing/2014/main" id="{287C229A-4032-4A43-B597-B01AF7F6B1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3041" y="323252"/>
            <a:ext cx="718985" cy="479323"/>
          </a:xfrm>
          <a:prstGeom prst="rect">
            <a:avLst/>
          </a:prstGeom>
        </p:spPr>
      </p:pic>
    </p:spTree>
    <p:extLst>
      <p:ext uri="{BB962C8B-B14F-4D97-AF65-F5344CB8AC3E}">
        <p14:creationId xmlns:p14="http://schemas.microsoft.com/office/powerpoint/2010/main" val="3272570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6AFC08-202F-264D-A857-7FE2F7F6FB8A}"/>
              </a:ext>
            </a:extLst>
          </p:cNvPr>
          <p:cNvSpPr>
            <a:spLocks noGrp="1"/>
          </p:cNvSpPr>
          <p:nvPr>
            <p:ph type="title"/>
          </p:nvPr>
        </p:nvSpPr>
        <p:spPr/>
        <p:txBody>
          <a:bodyPr/>
          <a:lstStyle/>
          <a:p>
            <a:r>
              <a:rPr kumimoji="1" lang="zh-CN" altLang="en-US" dirty="0"/>
              <a:t>应用</a:t>
            </a:r>
          </a:p>
        </p:txBody>
      </p:sp>
      <p:sp>
        <p:nvSpPr>
          <p:cNvPr id="3" name="内容占位符 2">
            <a:extLst>
              <a:ext uri="{FF2B5EF4-FFF2-40B4-BE49-F238E27FC236}">
                <a16:creationId xmlns:a16="http://schemas.microsoft.com/office/drawing/2014/main" id="{2AD73CA7-F8E8-5441-B5C1-E06BD5E8227C}"/>
              </a:ext>
            </a:extLst>
          </p:cNvPr>
          <p:cNvSpPr>
            <a:spLocks noGrp="1"/>
          </p:cNvSpPr>
          <p:nvPr>
            <p:ph idx="1"/>
          </p:nvPr>
        </p:nvSpPr>
        <p:spPr/>
        <p:txBody>
          <a:bodyPr>
            <a:normAutofit fontScale="77500" lnSpcReduction="20000"/>
          </a:bodyPr>
          <a:lstStyle/>
          <a:p>
            <a:pPr>
              <a:buFont typeface="Wingdings" pitchFamily="2" charset="2"/>
              <a:buChar char="ü"/>
            </a:pPr>
            <a:r>
              <a:rPr kumimoji="1" lang="zh-CN" altLang="en-US" dirty="0"/>
              <a:t>下棋</a:t>
            </a:r>
            <a:r>
              <a:rPr kumimoji="1" lang="en-US" altLang="zh-CN" dirty="0"/>
              <a:t>(</a:t>
            </a:r>
            <a:r>
              <a:rPr kumimoji="1" lang="zh-CN" altLang="en-US" dirty="0"/>
              <a:t>象棋、围棋、扑克、</a:t>
            </a:r>
            <a:r>
              <a:rPr kumimoji="1" lang="en-US" altLang="zh-CN" dirty="0"/>
              <a:t>….)</a:t>
            </a:r>
          </a:p>
          <a:p>
            <a:pPr>
              <a:buFont typeface="Wingdings" pitchFamily="2" charset="2"/>
              <a:buChar char="ü"/>
            </a:pPr>
            <a:r>
              <a:rPr kumimoji="1" lang="zh-CN" altLang="en-US" dirty="0"/>
              <a:t>音频</a:t>
            </a:r>
            <a:endParaRPr kumimoji="1" lang="en-US" altLang="zh-CN" dirty="0"/>
          </a:p>
          <a:p>
            <a:pPr>
              <a:buFont typeface="Wingdings" pitchFamily="2" charset="2"/>
              <a:buChar char="ü"/>
            </a:pPr>
            <a:r>
              <a:rPr kumimoji="1" lang="zh-CN" altLang="en-US" dirty="0"/>
              <a:t>图像</a:t>
            </a:r>
            <a:endParaRPr kumimoji="1" lang="en-US" altLang="zh-CN" dirty="0"/>
          </a:p>
          <a:p>
            <a:pPr>
              <a:buFont typeface="Wingdings" pitchFamily="2" charset="2"/>
              <a:buChar char="ü"/>
            </a:pPr>
            <a:r>
              <a:rPr kumimoji="1" lang="zh-CN" altLang="en-US" dirty="0"/>
              <a:t>视频</a:t>
            </a:r>
            <a:endParaRPr kumimoji="1" lang="en-US" altLang="zh-CN" dirty="0"/>
          </a:p>
          <a:p>
            <a:pPr>
              <a:buFont typeface="Wingdings" pitchFamily="2" charset="2"/>
              <a:buChar char="ü"/>
            </a:pPr>
            <a:r>
              <a:rPr kumimoji="1" lang="zh-CN" altLang="en-US" dirty="0"/>
              <a:t>文本</a:t>
            </a:r>
            <a:endParaRPr kumimoji="1" lang="en-US" altLang="zh-CN" dirty="0"/>
          </a:p>
          <a:p>
            <a:pPr>
              <a:buFont typeface="Wingdings" pitchFamily="2" charset="2"/>
              <a:buChar char="ü"/>
            </a:pPr>
            <a:r>
              <a:rPr kumimoji="1" lang="zh-CN" altLang="en-US" dirty="0"/>
              <a:t>机器人</a:t>
            </a:r>
            <a:endParaRPr kumimoji="1" lang="en-US" altLang="zh-CN" dirty="0"/>
          </a:p>
          <a:p>
            <a:pPr>
              <a:buFont typeface="Wingdings" pitchFamily="2" charset="2"/>
              <a:buChar char="ü"/>
            </a:pPr>
            <a:r>
              <a:rPr kumimoji="1" lang="en-US" altLang="zh-CN" dirty="0"/>
              <a:t>……</a:t>
            </a:r>
          </a:p>
          <a:p>
            <a:pPr>
              <a:buFont typeface="Wingdings" pitchFamily="2" charset="2"/>
              <a:buChar char="ü"/>
            </a:pPr>
            <a:r>
              <a:rPr kumimoji="1" lang="zh-CN" altLang="en-US" dirty="0">
                <a:solidFill>
                  <a:srgbClr val="C00000"/>
                </a:solidFill>
              </a:rPr>
              <a:t>编程</a:t>
            </a:r>
            <a:endParaRPr kumimoji="1" lang="en-US" altLang="zh-CN" dirty="0">
              <a:solidFill>
                <a:srgbClr val="C00000"/>
              </a:solidFill>
            </a:endParaRPr>
          </a:p>
          <a:p>
            <a:pPr>
              <a:buFont typeface="Wingdings" pitchFamily="2" charset="2"/>
              <a:buChar char="ü"/>
            </a:pPr>
            <a:r>
              <a:rPr kumimoji="1" lang="en-US" altLang="zh-CN" dirty="0">
                <a:solidFill>
                  <a:srgbClr val="C00000"/>
                </a:solidFill>
              </a:rPr>
              <a:t>Debug</a:t>
            </a:r>
          </a:p>
          <a:p>
            <a:pPr>
              <a:buFont typeface="Wingdings" pitchFamily="2" charset="2"/>
              <a:buChar char="ü"/>
            </a:pPr>
            <a:r>
              <a:rPr kumimoji="1" lang="zh-CN" altLang="en-US" dirty="0">
                <a:solidFill>
                  <a:srgbClr val="C00000"/>
                </a:solidFill>
              </a:rPr>
              <a:t>读论文</a:t>
            </a:r>
            <a:endParaRPr kumimoji="1" lang="en-US" altLang="zh-CN" dirty="0">
              <a:solidFill>
                <a:srgbClr val="C00000"/>
              </a:solidFill>
            </a:endParaRPr>
          </a:p>
          <a:p>
            <a:pPr>
              <a:buFont typeface="Wingdings" pitchFamily="2" charset="2"/>
              <a:buChar char="ü"/>
            </a:pPr>
            <a:r>
              <a:rPr kumimoji="1" lang="zh-CN" altLang="en-US" dirty="0">
                <a:solidFill>
                  <a:srgbClr val="C00000"/>
                </a:solidFill>
              </a:rPr>
              <a:t>数学定理</a:t>
            </a:r>
            <a:endParaRPr kumimoji="1" lang="en-US" altLang="zh-CN" dirty="0">
              <a:solidFill>
                <a:srgbClr val="C00000"/>
              </a:solidFill>
            </a:endParaRPr>
          </a:p>
          <a:p>
            <a:pPr>
              <a:buFont typeface="Wingdings" pitchFamily="2" charset="2"/>
              <a:buChar char="ü"/>
            </a:pPr>
            <a:r>
              <a:rPr kumimoji="1" lang="en-US" altLang="zh-CN" dirty="0">
                <a:solidFill>
                  <a:srgbClr val="C00000"/>
                </a:solidFill>
              </a:rPr>
              <a:t>……</a:t>
            </a:r>
            <a:endParaRPr lang="en-US" altLang="zh-CN" dirty="0">
              <a:ea typeface="楷体" panose="02010609060101010101" pitchFamily="49" charset="-122"/>
            </a:endParaRPr>
          </a:p>
        </p:txBody>
      </p:sp>
      <p:graphicFrame>
        <p:nvGraphicFramePr>
          <p:cNvPr id="4" name="内容占位符 3">
            <a:extLst>
              <a:ext uri="{FF2B5EF4-FFF2-40B4-BE49-F238E27FC236}">
                <a16:creationId xmlns:a16="http://schemas.microsoft.com/office/drawing/2014/main" id="{0F5B5815-B27F-C64C-8BC8-246692B278C6}"/>
              </a:ext>
            </a:extLst>
          </p:cNvPr>
          <p:cNvGraphicFramePr>
            <a:graphicFrameLocks/>
          </p:cNvGraphicFramePr>
          <p:nvPr/>
        </p:nvGraphicFramePr>
        <p:xfrm>
          <a:off x="5267931" y="63240"/>
          <a:ext cx="8132914" cy="51902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内容占位符 2">
            <a:extLst>
              <a:ext uri="{FF2B5EF4-FFF2-40B4-BE49-F238E27FC236}">
                <a16:creationId xmlns:a16="http://schemas.microsoft.com/office/drawing/2014/main" id="{89DAAEC7-157A-064A-8269-F5C5AE1C9832}"/>
              </a:ext>
            </a:extLst>
          </p:cNvPr>
          <p:cNvSpPr txBox="1">
            <a:spLocks/>
          </p:cNvSpPr>
          <p:nvPr/>
        </p:nvSpPr>
        <p:spPr>
          <a:xfrm>
            <a:off x="221208" y="160450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Font typeface="Wingdings" pitchFamily="2" charset="2"/>
              <a:buChar char="ü"/>
            </a:pPr>
            <a:endParaRPr lang="en-US" altLang="zh-CN" dirty="0">
              <a:ea typeface="楷体" panose="02010609060101010101" pitchFamily="49" charset="-122"/>
            </a:endParaRPr>
          </a:p>
        </p:txBody>
      </p:sp>
    </p:spTree>
    <p:extLst>
      <p:ext uri="{BB962C8B-B14F-4D97-AF65-F5344CB8AC3E}">
        <p14:creationId xmlns:p14="http://schemas.microsoft.com/office/powerpoint/2010/main" val="28984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2D89FF7-5EB7-4E42-A4BC-27A52BF6D125}"/>
              </a:ext>
            </a:extLst>
          </p:cNvPr>
          <p:cNvSpPr>
            <a:spLocks noGrp="1"/>
          </p:cNvSpPr>
          <p:nvPr>
            <p:ph type="title"/>
          </p:nvPr>
        </p:nvSpPr>
        <p:spPr/>
        <p:txBody>
          <a:bodyPr/>
          <a:lstStyle/>
          <a:p>
            <a:r>
              <a:rPr lang="zh-CN" altLang="en-US" dirty="0"/>
              <a:t>让人工智能进步的数学工具</a:t>
            </a:r>
          </a:p>
        </p:txBody>
      </p:sp>
      <p:sp>
        <p:nvSpPr>
          <p:cNvPr id="5" name="内容占位符 4">
            <a:extLst>
              <a:ext uri="{FF2B5EF4-FFF2-40B4-BE49-F238E27FC236}">
                <a16:creationId xmlns:a16="http://schemas.microsoft.com/office/drawing/2014/main" id="{31E255F7-0C77-3946-8B84-9CEDF6719D65}"/>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41579786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6F586E-5FA4-DC47-A1FA-4785336762BD}"/>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CD63AA14-2016-174B-811A-9ED5B982D824}"/>
              </a:ext>
            </a:extLst>
          </p:cNvPr>
          <p:cNvSpPr>
            <a:spLocks noGrp="1"/>
          </p:cNvSpPr>
          <p:nvPr>
            <p:ph idx="1"/>
          </p:nvPr>
        </p:nvSpPr>
        <p:spPr/>
        <p:txBody>
          <a:bodyPr/>
          <a:lstStyle/>
          <a:p>
            <a:r>
              <a:rPr kumimoji="1" lang="zh-CN" altLang="en-US" dirty="0"/>
              <a:t>针对一个代表性应用，阐述</a:t>
            </a:r>
            <a:endParaRPr kumimoji="1" lang="en-US" altLang="zh-CN" dirty="0"/>
          </a:p>
          <a:p>
            <a:pPr lvl="1"/>
            <a:r>
              <a:rPr kumimoji="1" lang="zh-CN" altLang="en-US" dirty="0"/>
              <a:t>想法的</a:t>
            </a:r>
            <a:r>
              <a:rPr kumimoji="1" lang="en-US" altLang="zh-CN" dirty="0"/>
              <a:t>Motivation</a:t>
            </a:r>
          </a:p>
          <a:p>
            <a:pPr lvl="1"/>
            <a:r>
              <a:rPr kumimoji="1" lang="zh-CN" altLang="en-US" dirty="0"/>
              <a:t>数学概念及方法：源起、发展、现状</a:t>
            </a:r>
            <a:endParaRPr kumimoji="1" lang="en-US" altLang="zh-CN" dirty="0"/>
          </a:p>
          <a:p>
            <a:pPr lvl="1"/>
            <a:r>
              <a:rPr kumimoji="1" lang="zh-CN" altLang="en-US" dirty="0"/>
              <a:t>计算思维</a:t>
            </a:r>
            <a:endParaRPr kumimoji="1" lang="en-US" altLang="zh-CN" dirty="0"/>
          </a:p>
          <a:p>
            <a:pPr lvl="1"/>
            <a:r>
              <a:rPr kumimoji="1" lang="zh-CN" altLang="en-US" dirty="0"/>
              <a:t>工程思维</a:t>
            </a:r>
            <a:endParaRPr kumimoji="1" lang="en-US" altLang="zh-CN" dirty="0"/>
          </a:p>
          <a:p>
            <a:r>
              <a:rPr kumimoji="1" lang="zh-CN" altLang="en-US" dirty="0"/>
              <a:t>图文并茂（下五子棋、围棋的机器人）</a:t>
            </a:r>
            <a:endParaRPr kumimoji="1" lang="en-US" altLang="zh-CN" dirty="0"/>
          </a:p>
          <a:p>
            <a:pPr lvl="1"/>
            <a:endParaRPr kumimoji="1" lang="zh-CN" altLang="en-US" dirty="0"/>
          </a:p>
        </p:txBody>
      </p:sp>
    </p:spTree>
    <p:extLst>
      <p:ext uri="{BB962C8B-B14F-4D97-AF65-F5344CB8AC3E}">
        <p14:creationId xmlns:p14="http://schemas.microsoft.com/office/powerpoint/2010/main" val="2244039664"/>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a:spAutoFit/>
      </a:bodyPr>
      <a:lstStyle>
        <a:defPPr algn="l">
          <a:defRPr sz="2400" dirty="0">
            <a:ea typeface="KaiTi" panose="02010609060101010101" pitchFamily="49" charset="-122"/>
            <a:cs typeface="Times New Roman" panose="02020603050405020304" pitchFamily="18" charset="0"/>
          </a:defRPr>
        </a:defPPr>
      </a:lstStyle>
    </a:txDef>
  </a:objectDefaults>
  <a:extraClrSchemeLst/>
  <a:extLst>
    <a:ext uri="{05A4C25C-085E-4340-85A3-A5531E510DB2}">
      <thm15:themeFamily xmlns:thm15="http://schemas.microsoft.com/office/thememl/2012/main" name="教学改革" id="{C84E5CE2-DF31-944F-9E47-A88E4BC43F1E}" vid="{BCFBC8A8-4817-7D4B-A29F-B43C7224E63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主题​​</Template>
  <TotalTime>12104</TotalTime>
  <Words>1151</Words>
  <Application>Microsoft Macintosh PowerPoint</Application>
  <PresentationFormat>宽屏</PresentationFormat>
  <Paragraphs>343</Paragraphs>
  <Slides>20</Slides>
  <Notes>12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等线</vt:lpstr>
      <vt:lpstr>STHupo</vt:lpstr>
      <vt:lpstr>KaiTi</vt:lpstr>
      <vt:lpstr>Arial</vt:lpstr>
      <vt:lpstr>Calibri</vt:lpstr>
      <vt:lpstr>Calibri Light</vt:lpstr>
      <vt:lpstr>Cambria Math</vt:lpstr>
      <vt:lpstr>Times New Roman</vt:lpstr>
      <vt:lpstr>Wingdings</vt:lpstr>
      <vt:lpstr>Office 主题​​</vt:lpstr>
      <vt:lpstr>PowerPoint 演示文稿</vt:lpstr>
      <vt:lpstr>2022年以来，AI常“霸屏”</vt:lpstr>
      <vt:lpstr>中国的人工智能产业</vt:lpstr>
      <vt:lpstr>人工智能的数学工具</vt:lpstr>
      <vt:lpstr>软工专业的数学教学</vt:lpstr>
      <vt:lpstr>软工专业的数学教学</vt:lpstr>
      <vt:lpstr>PowerPoint 演示文稿</vt:lpstr>
      <vt:lpstr>人工智能的数学思维</vt:lpstr>
      <vt:lpstr>紧贴现实问题</vt:lpstr>
      <vt:lpstr>PowerPoint 演示文稿</vt:lpstr>
      <vt:lpstr>紧跟AI前沿成果</vt:lpstr>
      <vt:lpstr>ChatGPT加入数学家的工作</vt:lpstr>
      <vt:lpstr>警惕各种自媒体的夸大其词， 需要人工智能的数学思维</vt:lpstr>
      <vt:lpstr>对AI的各种态度</vt:lpstr>
      <vt:lpstr>PowerPoint 演示文稿</vt:lpstr>
      <vt:lpstr>为了编好这本书，我们怎么做？</vt:lpstr>
      <vt:lpstr>人工智能的数学思维</vt:lpstr>
      <vt:lpstr>应用</vt:lpstr>
      <vt:lpstr>让人工智能进步的数学工具</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吴敏</dc:creator>
  <cp:lastModifiedBy>吴敏</cp:lastModifiedBy>
  <cp:revision>223</cp:revision>
  <dcterms:created xsi:type="dcterms:W3CDTF">2022-05-03T06:29:37Z</dcterms:created>
  <dcterms:modified xsi:type="dcterms:W3CDTF">2024-01-29T09:16:44Z</dcterms:modified>
</cp:coreProperties>
</file>